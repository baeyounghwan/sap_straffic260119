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
  </p:notesMasterIdLst>
  <p:handoutMasterIdLst>
    <p:handoutMasterId r:id="rId6"/>
  </p:handoutMasterIdLst>
  <p:sldIdLst>
    <p:sldId id="433" r:id="rId2"/>
    <p:sldId id="439" r:id="rId3"/>
    <p:sldId id="440" r:id="rId4"/>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0" d="100"/>
          <a:sy n="110" d="100"/>
        </p:scale>
        <p:origin x="792"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openxmlformats.org/officeDocument/2006/relationships/tableStyles" Target="tableStyles.xml"/><Relationship Id="rId5" Type="http://schemas.openxmlformats.org/officeDocument/2006/relationships/notesMaster" Target="notesMasters/notesMaster1.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2026-01-27</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제목 슬라이드">
    <p:spTree>
      <p:nvGrpSpPr>
        <p:cNvPr id="1" name=""/>
        <p:cNvGrpSpPr/>
        <p:nvPr/>
      </p:nvGrpSpPr>
      <p:grpSpPr>
        <a:xfrm>
          <a:off x="0" y="0"/>
          <a:ext cx="0" cy="0"/>
          <a:chOff x="0" y="0"/>
          <a:chExt cx="0" cy="0"/>
        </a:xfrm>
      </p:grpSpPr>
      <p:sp>
        <p:nvSpPr>
          <p:cNvPr id="8" name="Rectangle 49"/>
          <p:cNvSpPr>
            <a:spLocks/>
          </p:cNvSpPr>
          <p:nvPr userDrawn="1"/>
        </p:nvSpPr>
        <p:spPr bwMode="auto">
          <a:xfrm>
            <a:off x="5786927" y="6649533"/>
            <a:ext cx="609600" cy="123111"/>
          </a:xfrm>
          <a:prstGeom prst="rect">
            <a:avLst/>
          </a:prstGeom>
          <a:noFill/>
          <a:ln w="25400">
            <a:noFill/>
            <a:miter lim="800000"/>
            <a:headEnd/>
            <a:tailEnd/>
          </a:ln>
          <a:effectLst/>
        </p:spPr>
        <p:txBody>
          <a:bodyPr wrap="square" lIns="0" tIns="0" rIns="0" bIns="0">
            <a:spAutoFit/>
          </a:bodyPr>
          <a:lstStyle/>
          <a:p>
            <a:pPr algn="r" defTabSz="865188">
              <a:defRPr/>
            </a:pPr>
            <a:fld id="{6FDFDBFA-678E-4CB6-9528-3A75FFBC609B}" type="slidenum">
              <a:rPr lang="en-US" altLang="ko-KR" sz="800" smtClean="0">
                <a:solidFill>
                  <a:srgbClr val="EE2B2B"/>
                </a:solidFill>
                <a:latin typeface="Noto Sans CJK KR Bold" panose="020B0800000000000000" pitchFamily="34" charset="-127"/>
                <a:ea typeface="Noto Sans CJK KR Bold" panose="020B0800000000000000" pitchFamily="34" charset="-127"/>
              </a:rPr>
              <a:pPr algn="r" defTabSz="865188">
                <a:defRPr/>
              </a:pPr>
              <a:t>‹#›</a:t>
            </a:fld>
            <a:r>
              <a:rPr lang="en-US" altLang="ko-KR" sz="800" dirty="0">
                <a:solidFill>
                  <a:srgbClr val="EE2B2B"/>
                </a:solidFill>
                <a:latin typeface="Noto Sans CJK KR Bold" panose="020B0800000000000000" pitchFamily="34" charset="-127"/>
                <a:ea typeface="Noto Sans CJK KR Bold" panose="020B0800000000000000" pitchFamily="34" charset="-127"/>
              </a:rPr>
              <a:t> </a:t>
            </a:r>
            <a:r>
              <a:rPr lang="en-US" altLang="ko-KR" sz="800" dirty="0">
                <a:solidFill>
                  <a:schemeClr val="tx1">
                    <a:lumMod val="50000"/>
                    <a:lumOff val="50000"/>
                  </a:schemeClr>
                </a:solidFill>
                <a:latin typeface="Noto Sans CJK KR Bold" panose="020B0800000000000000" pitchFamily="34" charset="-127"/>
                <a:ea typeface="Noto Sans CJK KR Bold" panose="020B0800000000000000" pitchFamily="34" charset="-127"/>
              </a:rPr>
              <a:t>page</a:t>
            </a:r>
            <a:r>
              <a:rPr lang="ko-KR" altLang="en-US" sz="800" dirty="0">
                <a:solidFill>
                  <a:schemeClr val="tx1">
                    <a:lumMod val="50000"/>
                    <a:lumOff val="50000"/>
                  </a:schemeClr>
                </a:solidFill>
                <a:latin typeface="Noto Sans CJK KR Bold" panose="020B0800000000000000" pitchFamily="34" charset="-127"/>
                <a:ea typeface="Noto Sans CJK KR Bold" panose="020B0800000000000000" pitchFamily="34" charset="-127"/>
              </a:rPr>
              <a:t> </a:t>
            </a:r>
            <a:endParaRPr kumimoji="0" lang="en-US" altLang="ko-KR" sz="800" dirty="0">
              <a:solidFill>
                <a:schemeClr val="tx1">
                  <a:lumMod val="50000"/>
                  <a:lumOff val="50000"/>
                </a:schemeClr>
              </a:solidFill>
              <a:latin typeface="Noto Sans CJK KR Bold" panose="020B0800000000000000" pitchFamily="34" charset="-127"/>
              <a:ea typeface="Noto Sans CJK KR Bold" panose="020B0800000000000000" pitchFamily="34" charset="-127"/>
              <a:sym typeface="Arial" charset="0"/>
            </a:endParaRPr>
          </a:p>
        </p:txBody>
      </p:sp>
      <p:sp>
        <p:nvSpPr>
          <p:cNvPr id="10" name="직사각형 9"/>
          <p:cNvSpPr/>
          <p:nvPr userDrawn="1"/>
        </p:nvSpPr>
        <p:spPr>
          <a:xfrm>
            <a:off x="102499" y="60704"/>
            <a:ext cx="6096000" cy="215444"/>
          </a:xfrm>
          <a:prstGeom prst="rect">
            <a:avLst/>
          </a:prstGeom>
        </p:spPr>
        <p:txBody>
          <a:bodyPr>
            <a:spAutoFit/>
          </a:bodyPr>
          <a:lstStyle/>
          <a:p>
            <a:r>
              <a:rPr lang="ko-KR" altLang="en-US" sz="800" b="1" baseline="0" dirty="0">
                <a:solidFill>
                  <a:schemeClr val="bg1">
                    <a:lumMod val="85000"/>
                  </a:schemeClr>
                </a:solidFill>
                <a:latin typeface="Noto Sans CJK KR Bold" panose="020B0800000000000000" pitchFamily="34" charset="-127"/>
                <a:ea typeface="Noto Sans CJK KR Bold" panose="020B0800000000000000" pitchFamily="34" charset="-127"/>
              </a:rPr>
              <a:t>프로젝트명</a:t>
            </a:r>
            <a:endParaRPr lang="en-US" altLang="ko-KR" sz="800" b="1" baseline="0" dirty="0">
              <a:solidFill>
                <a:schemeClr val="bg1">
                  <a:lumMod val="85000"/>
                </a:schemeClr>
              </a:solidFill>
              <a:latin typeface="Noto Sans CJK KR Bold" panose="020B0800000000000000" pitchFamily="34" charset="-127"/>
              <a:ea typeface="Noto Sans CJK KR Bold" panose="020B0800000000000000" pitchFamily="34" charset="-127"/>
            </a:endParaRPr>
          </a:p>
        </p:txBody>
      </p:sp>
      <p:sp>
        <p:nvSpPr>
          <p:cNvPr id="11" name="모서리가 둥근 직사각형 10"/>
          <p:cNvSpPr/>
          <p:nvPr userDrawn="1"/>
        </p:nvSpPr>
        <p:spPr bwMode="auto">
          <a:xfrm>
            <a:off x="123825" y="280988"/>
            <a:ext cx="11979782" cy="288925"/>
          </a:xfrm>
          <a:prstGeom prst="roundRect">
            <a:avLst>
              <a:gd name="adj" fmla="val 10121"/>
            </a:avLst>
          </a:prstGeom>
          <a:solidFill>
            <a:schemeClr val="bg1">
              <a:lumMod val="65000"/>
            </a:schemeClr>
          </a:solidFill>
          <a:ln w="3175">
            <a:noFill/>
            <a:round/>
            <a:headEnd/>
            <a:tailEnd/>
          </a:ln>
          <a:effectLst/>
        </p:spPr>
        <p:txBody>
          <a:bodyPr lIns="36000" tIns="18000" rIns="36000" bIns="18000" anchor="ctr"/>
          <a:lstStyle/>
          <a:p>
            <a:pPr algn="ctr" defTabSz="793750" fontAlgn="auto" latinLnBrk="0">
              <a:spcBef>
                <a:spcPts val="0"/>
              </a:spcBef>
              <a:spcAft>
                <a:spcPts val="0"/>
              </a:spcAft>
              <a:defRPr/>
            </a:pPr>
            <a:endParaRPr kumimoji="0" lang="ko-KR" altLang="en-US" sz="800" kern="0" dirty="0">
              <a:solidFill>
                <a:sysClr val="windowText" lastClr="000000"/>
              </a:solidFill>
              <a:latin typeface="맑은 고딕" pitchFamily="50" charset="-127"/>
              <a:ea typeface="맑은 고딕" pitchFamily="50" charset="-127"/>
            </a:endParaRPr>
          </a:p>
        </p:txBody>
      </p:sp>
      <p:sp>
        <p:nvSpPr>
          <p:cNvPr id="14" name="제목 1">
            <a:extLst>
              <a:ext uri="{FF2B5EF4-FFF2-40B4-BE49-F238E27FC236}">
                <a16:creationId xmlns:a16="http://schemas.microsoft.com/office/drawing/2014/main" id="{6983F070-DE4D-4383-959D-72D16F6B6E2D}"/>
              </a:ext>
            </a:extLst>
          </p:cNvPr>
          <p:cNvSpPr txBox="1">
            <a:spLocks/>
          </p:cNvSpPr>
          <p:nvPr userDrawn="1"/>
        </p:nvSpPr>
        <p:spPr>
          <a:xfrm>
            <a:off x="133824" y="279450"/>
            <a:ext cx="6076754" cy="290463"/>
          </a:xfrm>
          <a:prstGeom prst="rect">
            <a:avLst/>
          </a:prstGeom>
        </p:spPr>
        <p:txBody>
          <a:bodyPr vert="horz" lIns="91440" tIns="45720" rIns="91440" bIns="45720" rtlCol="0" anchor="ctr">
            <a:normAutofit/>
          </a:bodyPr>
          <a:lstStyle>
            <a:lvl1pPr algn="l" defTabSz="914400" rtl="0" eaLnBrk="1" latinLnBrk="1" hangingPunct="1">
              <a:lnSpc>
                <a:spcPct val="90000"/>
              </a:lnSpc>
              <a:spcBef>
                <a:spcPct val="0"/>
              </a:spcBef>
              <a:buNone/>
              <a:defRPr sz="1200" b="0" kern="1200">
                <a:solidFill>
                  <a:schemeClr val="bg1"/>
                </a:solidFill>
                <a:latin typeface="Noto Sans CJK KR Regular" panose="020B0500000000000000" pitchFamily="34" charset="-127"/>
                <a:ea typeface="Noto Sans CJK KR Regular" panose="020B0500000000000000" pitchFamily="34" charset="-127"/>
                <a:cs typeface="+mj-cs"/>
              </a:defRPr>
            </a:lvl1pPr>
          </a:lstStyle>
          <a:p>
            <a:endParaRPr lang="ko-KR" altLang="en-US" dirty="0">
              <a:latin typeface="맑은 고딕" panose="020B0503020000020004" pitchFamily="50" charset="-127"/>
              <a:ea typeface="맑은 고딕" panose="020B0503020000020004" pitchFamily="50" charset="-127"/>
            </a:endParaRPr>
          </a:p>
        </p:txBody>
      </p:sp>
      <p:sp>
        <p:nvSpPr>
          <p:cNvPr id="4" name="제목 3">
            <a:extLst>
              <a:ext uri="{FF2B5EF4-FFF2-40B4-BE49-F238E27FC236}">
                <a16:creationId xmlns:a16="http://schemas.microsoft.com/office/drawing/2014/main" id="{67D9ED13-853E-4F36-B820-558FB0BAD84B}"/>
              </a:ext>
            </a:extLst>
          </p:cNvPr>
          <p:cNvSpPr>
            <a:spLocks noGrp="1"/>
          </p:cNvSpPr>
          <p:nvPr>
            <p:ph type="title"/>
          </p:nvPr>
        </p:nvSpPr>
        <p:spPr>
          <a:xfrm>
            <a:off x="133824" y="296652"/>
            <a:ext cx="6409928" cy="258532"/>
          </a:xfrm>
        </p:spPr>
        <p:txBody>
          <a:bodyPr wrap="square">
            <a:spAutoFit/>
          </a:bodyPr>
          <a:lstStyle>
            <a:lvl1pPr marL="0" algn="l" defTabSz="914400" rtl="0" eaLnBrk="1" latinLnBrk="1" hangingPunct="1">
              <a:lnSpc>
                <a:spcPct val="90000"/>
              </a:lnSpc>
              <a:spcBef>
                <a:spcPct val="0"/>
              </a:spcBef>
              <a:buNone/>
              <a:defRPr lang="ko-KR" altLang="en-US" sz="1200" b="0" kern="1200">
                <a:solidFill>
                  <a:schemeClr val="bg1"/>
                </a:solidFill>
                <a:latin typeface="맑은 고딕" panose="020B0503020000020004" pitchFamily="50" charset="-127"/>
                <a:ea typeface="맑은 고딕" panose="020B0503020000020004" pitchFamily="50" charset="-127"/>
                <a:cs typeface="+mj-cs"/>
              </a:defRPr>
            </a:lvl1pPr>
          </a:lstStyle>
          <a:p>
            <a:r>
              <a:rPr lang="ko-KR" altLang="en-US"/>
              <a:t>마스터 제목 스타일 편집</a:t>
            </a:r>
          </a:p>
        </p:txBody>
      </p:sp>
      <p:sp>
        <p:nvSpPr>
          <p:cNvPr id="2" name="직사각형 11">
            <a:extLst>
              <a:ext uri="{FF2B5EF4-FFF2-40B4-BE49-F238E27FC236}">
                <a16:creationId xmlns:a16="http://schemas.microsoft.com/office/drawing/2014/main" id="{00ED1657-F293-987A-3264-E55BA8923D7D}"/>
              </a:ext>
            </a:extLst>
          </p:cNvPr>
          <p:cNvSpPr>
            <a:spLocks noChangeArrowheads="1"/>
          </p:cNvSpPr>
          <p:nvPr userDrawn="1"/>
        </p:nvSpPr>
        <p:spPr bwMode="auto">
          <a:xfrm>
            <a:off x="8047020" y="6610911"/>
            <a:ext cx="4056587" cy="219075"/>
          </a:xfrm>
          <a:prstGeom prst="rect">
            <a:avLst/>
          </a:prstGeom>
          <a:noFill/>
          <a:ln w="9525">
            <a:noFill/>
            <a:miter lim="800000"/>
            <a:headEnd/>
            <a:tailEnd/>
          </a:ln>
        </p:spPr>
        <p:txBody>
          <a:bodyPr wrap="square">
            <a:spAutoFit/>
          </a:bodyPr>
          <a:lstStyle/>
          <a:p>
            <a:pPr algn="r" defTabSz="865188">
              <a:spcBef>
                <a:spcPct val="50000"/>
              </a:spcBef>
              <a:defRPr/>
            </a:pPr>
            <a:r>
              <a:rPr lang="en-US" altLang="ko-KR" sz="800" b="1"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Notice</a:t>
            </a:r>
            <a:r>
              <a:rPr lang="en-US" altLang="ko-KR" sz="800" b="0"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 The enclosed material is proprietary to (</a:t>
            </a:r>
            <a:r>
              <a:rPr lang="ko-KR" altLang="en-US" sz="800" b="0"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제작자 이름</a:t>
            </a:r>
            <a:r>
              <a:rPr lang="en-US" altLang="ko-KR" sz="800" b="0"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a:t>
            </a:r>
          </a:p>
        </p:txBody>
      </p:sp>
    </p:spTree>
    <p:extLst>
      <p:ext uri="{BB962C8B-B14F-4D97-AF65-F5344CB8AC3E}">
        <p14:creationId xmlns:p14="http://schemas.microsoft.com/office/powerpoint/2010/main" val="3591941976"/>
      </p:ext>
    </p:extLst>
  </p:cSld>
  <p:clrMapOvr>
    <a:masterClrMapping/>
  </p:clrMapOvr>
  <p:extLst>
    <p:ext uri="{DCECCB84-F9BA-43D5-87BE-67443E8EF086}">
      <p15:sldGuideLst xmlns:p15="http://schemas.microsoft.com/office/powerpoint/2012/main">
        <p15:guide id="1" pos="3840">
          <p15:clr>
            <a:srgbClr val="FBAE40"/>
          </p15:clr>
        </p15:guide>
        <p15:guide id="2" orient="horz" pos="2273">
          <p15:clr>
            <a:srgbClr val="FBAE40"/>
          </p15:clr>
        </p15:guide>
        <p15:guide id="3" orient="horz" pos="436">
          <p15:clr>
            <a:srgbClr val="FBAE40"/>
          </p15:clr>
        </p15:guide>
        <p15:guide id="4" orient="horz" pos="4110">
          <p15:clr>
            <a:srgbClr val="FBAE40"/>
          </p15:clr>
        </p15:guide>
        <p15:guide id="5" pos="75">
          <p15:clr>
            <a:srgbClr val="FBAE40"/>
          </p15:clr>
        </p15:guide>
        <p15:guide id="6" pos="760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6_제목 슬라이드">
    <p:spTree>
      <p:nvGrpSpPr>
        <p:cNvPr id="1" name=""/>
        <p:cNvGrpSpPr/>
        <p:nvPr/>
      </p:nvGrpSpPr>
      <p:grpSpPr>
        <a:xfrm>
          <a:off x="0" y="0"/>
          <a:ext cx="0" cy="0"/>
          <a:chOff x="0" y="0"/>
          <a:chExt cx="0" cy="0"/>
        </a:xfrm>
      </p:grpSpPr>
      <p:sp>
        <p:nvSpPr>
          <p:cNvPr id="8" name="Rectangle 49"/>
          <p:cNvSpPr>
            <a:spLocks/>
          </p:cNvSpPr>
          <p:nvPr userDrawn="1"/>
        </p:nvSpPr>
        <p:spPr bwMode="auto">
          <a:xfrm>
            <a:off x="5786927" y="6649533"/>
            <a:ext cx="609600" cy="123111"/>
          </a:xfrm>
          <a:prstGeom prst="rect">
            <a:avLst/>
          </a:prstGeom>
          <a:noFill/>
          <a:ln w="25400">
            <a:noFill/>
            <a:miter lim="800000"/>
            <a:headEnd/>
            <a:tailEnd/>
          </a:ln>
          <a:effectLst/>
        </p:spPr>
        <p:txBody>
          <a:bodyPr wrap="square" lIns="0" tIns="0" rIns="0" bIns="0">
            <a:spAutoFit/>
          </a:bodyPr>
          <a:lstStyle/>
          <a:p>
            <a:pPr algn="r" defTabSz="865188">
              <a:defRPr/>
            </a:pPr>
            <a:fld id="{6FDFDBFA-678E-4CB6-9528-3A75FFBC609B}" type="slidenum">
              <a:rPr lang="en-US" altLang="ko-KR" sz="800" smtClean="0">
                <a:solidFill>
                  <a:srgbClr val="EE2B2B"/>
                </a:solidFill>
                <a:latin typeface="Noto Sans CJK KR Bold" panose="020B0800000000000000" pitchFamily="34" charset="-127"/>
                <a:ea typeface="Noto Sans CJK KR Bold" panose="020B0800000000000000" pitchFamily="34" charset="-127"/>
              </a:rPr>
              <a:pPr algn="r" defTabSz="865188">
                <a:defRPr/>
              </a:pPr>
              <a:t>‹#›</a:t>
            </a:fld>
            <a:r>
              <a:rPr lang="en-US" altLang="ko-KR" sz="800" dirty="0">
                <a:solidFill>
                  <a:srgbClr val="EE2B2B"/>
                </a:solidFill>
                <a:latin typeface="Noto Sans CJK KR Bold" panose="020B0800000000000000" pitchFamily="34" charset="-127"/>
                <a:ea typeface="Noto Sans CJK KR Bold" panose="020B0800000000000000" pitchFamily="34" charset="-127"/>
              </a:rPr>
              <a:t> </a:t>
            </a:r>
            <a:r>
              <a:rPr lang="en-US" altLang="ko-KR" sz="800" dirty="0">
                <a:solidFill>
                  <a:schemeClr val="tx1">
                    <a:lumMod val="50000"/>
                    <a:lumOff val="50000"/>
                  </a:schemeClr>
                </a:solidFill>
                <a:latin typeface="Noto Sans CJK KR Bold" panose="020B0800000000000000" pitchFamily="34" charset="-127"/>
                <a:ea typeface="Noto Sans CJK KR Bold" panose="020B0800000000000000" pitchFamily="34" charset="-127"/>
              </a:rPr>
              <a:t>page</a:t>
            </a:r>
            <a:r>
              <a:rPr lang="ko-KR" altLang="en-US" sz="800" dirty="0">
                <a:solidFill>
                  <a:schemeClr val="tx1">
                    <a:lumMod val="50000"/>
                    <a:lumOff val="50000"/>
                  </a:schemeClr>
                </a:solidFill>
                <a:latin typeface="Noto Sans CJK KR Bold" panose="020B0800000000000000" pitchFamily="34" charset="-127"/>
                <a:ea typeface="Noto Sans CJK KR Bold" panose="020B0800000000000000" pitchFamily="34" charset="-127"/>
              </a:rPr>
              <a:t> </a:t>
            </a:r>
            <a:endParaRPr kumimoji="0" lang="en-US" altLang="ko-KR" sz="800" dirty="0">
              <a:solidFill>
                <a:schemeClr val="tx1">
                  <a:lumMod val="50000"/>
                  <a:lumOff val="50000"/>
                </a:schemeClr>
              </a:solidFill>
              <a:latin typeface="Noto Sans CJK KR Bold" panose="020B0800000000000000" pitchFamily="34" charset="-127"/>
              <a:ea typeface="Noto Sans CJK KR Bold" panose="020B0800000000000000" pitchFamily="34" charset="-127"/>
              <a:sym typeface="Arial" charset="0"/>
            </a:endParaRPr>
          </a:p>
        </p:txBody>
      </p:sp>
      <p:sp>
        <p:nvSpPr>
          <p:cNvPr id="10" name="직사각형 9"/>
          <p:cNvSpPr/>
          <p:nvPr userDrawn="1"/>
        </p:nvSpPr>
        <p:spPr>
          <a:xfrm>
            <a:off x="102499" y="60704"/>
            <a:ext cx="6096000" cy="215444"/>
          </a:xfrm>
          <a:prstGeom prst="rect">
            <a:avLst/>
          </a:prstGeom>
        </p:spPr>
        <p:txBody>
          <a:bodyPr>
            <a:spAutoFit/>
          </a:bodyPr>
          <a:lstStyle/>
          <a:p>
            <a:r>
              <a:rPr lang="ko-KR" altLang="en-US" sz="800" b="1" baseline="0" dirty="0">
                <a:solidFill>
                  <a:schemeClr val="bg1">
                    <a:lumMod val="85000"/>
                  </a:schemeClr>
                </a:solidFill>
                <a:latin typeface="Noto Sans CJK KR Bold" panose="020B0800000000000000" pitchFamily="34" charset="-127"/>
                <a:ea typeface="Noto Sans CJK KR Bold" panose="020B0800000000000000" pitchFamily="34" charset="-127"/>
              </a:rPr>
              <a:t>프로젝트명</a:t>
            </a:r>
            <a:endParaRPr lang="en-US" altLang="ko-KR" sz="800" b="1" baseline="0" dirty="0">
              <a:solidFill>
                <a:schemeClr val="bg1">
                  <a:lumMod val="85000"/>
                </a:schemeClr>
              </a:solidFill>
              <a:latin typeface="Noto Sans CJK KR Bold" panose="020B0800000000000000" pitchFamily="34" charset="-127"/>
              <a:ea typeface="Noto Sans CJK KR Bold" panose="020B0800000000000000" pitchFamily="34" charset="-127"/>
            </a:endParaRPr>
          </a:p>
        </p:txBody>
      </p:sp>
      <p:sp>
        <p:nvSpPr>
          <p:cNvPr id="11" name="모서리가 둥근 직사각형 10"/>
          <p:cNvSpPr/>
          <p:nvPr userDrawn="1"/>
        </p:nvSpPr>
        <p:spPr bwMode="auto">
          <a:xfrm>
            <a:off x="123825" y="280988"/>
            <a:ext cx="11979782" cy="288925"/>
          </a:xfrm>
          <a:prstGeom prst="roundRect">
            <a:avLst>
              <a:gd name="adj" fmla="val 10121"/>
            </a:avLst>
          </a:prstGeom>
          <a:solidFill>
            <a:schemeClr val="bg1">
              <a:lumMod val="65000"/>
            </a:schemeClr>
          </a:solidFill>
          <a:ln w="3175">
            <a:noFill/>
            <a:round/>
            <a:headEnd/>
            <a:tailEnd/>
          </a:ln>
          <a:effectLst/>
        </p:spPr>
        <p:txBody>
          <a:bodyPr lIns="36000" tIns="18000" rIns="36000" bIns="18000" anchor="ctr"/>
          <a:lstStyle/>
          <a:p>
            <a:pPr algn="ctr" defTabSz="793750" fontAlgn="auto" latinLnBrk="0">
              <a:spcBef>
                <a:spcPts val="0"/>
              </a:spcBef>
              <a:spcAft>
                <a:spcPts val="0"/>
              </a:spcAft>
              <a:defRPr/>
            </a:pPr>
            <a:endParaRPr kumimoji="0" lang="ko-KR" altLang="en-US" sz="800" kern="0" dirty="0">
              <a:solidFill>
                <a:sysClr val="windowText" lastClr="000000"/>
              </a:solidFill>
              <a:latin typeface="맑은 고딕" pitchFamily="50" charset="-127"/>
              <a:ea typeface="맑은 고딕" pitchFamily="50" charset="-127"/>
            </a:endParaRPr>
          </a:p>
        </p:txBody>
      </p:sp>
      <p:sp>
        <p:nvSpPr>
          <p:cNvPr id="19" name="내용 개체 틀 2">
            <a:extLst>
              <a:ext uri="{FF2B5EF4-FFF2-40B4-BE49-F238E27FC236}">
                <a16:creationId xmlns:a16="http://schemas.microsoft.com/office/drawing/2014/main" id="{D5248C09-216F-4017-890C-03AD365F3CC2}"/>
              </a:ext>
            </a:extLst>
          </p:cNvPr>
          <p:cNvSpPr>
            <a:spLocks noGrp="1"/>
          </p:cNvSpPr>
          <p:nvPr>
            <p:ph sz="half" idx="10" hasCustomPrompt="1"/>
          </p:nvPr>
        </p:nvSpPr>
        <p:spPr>
          <a:xfrm>
            <a:off x="8688288" y="822232"/>
            <a:ext cx="3387253" cy="5659487"/>
          </a:xfrm>
        </p:spPr>
        <p:txBody>
          <a:bodyPr>
            <a:normAutofit/>
          </a:bodyPr>
          <a:lstStyle>
            <a:lvl1pPr marL="0" indent="0">
              <a:buNone/>
              <a:defRPr sz="800">
                <a:latin typeface="Noto Sans CJK KR Light" panose="020B0300000000000000" pitchFamily="34" charset="-127"/>
                <a:ea typeface="Noto Sans CJK KR Light" panose="020B0300000000000000" pitchFamily="34" charset="-127"/>
              </a:defRPr>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ko-KR" dirty="0"/>
              <a:t>Description </a:t>
            </a:r>
            <a:r>
              <a:rPr lang="ko-KR" altLang="en-US" dirty="0"/>
              <a:t>입력하세요</a:t>
            </a:r>
          </a:p>
        </p:txBody>
      </p:sp>
      <p:sp>
        <p:nvSpPr>
          <p:cNvPr id="20" name="모서리가 둥근 직사각형 16">
            <a:extLst>
              <a:ext uri="{FF2B5EF4-FFF2-40B4-BE49-F238E27FC236}">
                <a16:creationId xmlns:a16="http://schemas.microsoft.com/office/drawing/2014/main" id="{E4C84FB5-784A-4EE6-8C03-56EC59DEC6F3}"/>
              </a:ext>
            </a:extLst>
          </p:cNvPr>
          <p:cNvSpPr/>
          <p:nvPr userDrawn="1"/>
        </p:nvSpPr>
        <p:spPr bwMode="auto">
          <a:xfrm>
            <a:off x="8688074" y="642786"/>
            <a:ext cx="3387254" cy="5838932"/>
          </a:xfrm>
          <a:prstGeom prst="roundRect">
            <a:avLst>
              <a:gd name="adj" fmla="val 0"/>
            </a:avLst>
          </a:prstGeom>
          <a:noFill/>
          <a:ln w="3175">
            <a:solidFill>
              <a:schemeClr val="bg1">
                <a:lumMod val="65000"/>
              </a:schemeClr>
            </a:solidFill>
            <a:round/>
            <a:headEnd/>
            <a:tailEnd/>
          </a:ln>
          <a:effectLst/>
        </p:spPr>
        <p:txBody>
          <a:bodyPr lIns="36000" tIns="18000" rIns="36000" bIns="18000" anchor="ctr"/>
          <a:lstStyle/>
          <a:p>
            <a:pPr algn="ctr" defTabSz="793750" fontAlgn="auto" latinLnBrk="0">
              <a:spcBef>
                <a:spcPts val="0"/>
              </a:spcBef>
              <a:spcAft>
                <a:spcPts val="0"/>
              </a:spcAft>
              <a:defRPr/>
            </a:pPr>
            <a:endParaRPr kumimoji="0" lang="ko-KR" altLang="en-US" sz="800" b="1" kern="0" dirty="0">
              <a:solidFill>
                <a:schemeClr val="bg1"/>
              </a:solidFill>
              <a:latin typeface="맑은 고딕" pitchFamily="50" charset="-127"/>
              <a:ea typeface="맑은 고딕" pitchFamily="50" charset="-127"/>
            </a:endParaRPr>
          </a:p>
        </p:txBody>
      </p:sp>
      <p:sp>
        <p:nvSpPr>
          <p:cNvPr id="21" name="모서리가 둥근 직사각형 17">
            <a:extLst>
              <a:ext uri="{FF2B5EF4-FFF2-40B4-BE49-F238E27FC236}">
                <a16:creationId xmlns:a16="http://schemas.microsoft.com/office/drawing/2014/main" id="{C2485F0E-517F-41A6-B6D3-898E1C7787FD}"/>
              </a:ext>
            </a:extLst>
          </p:cNvPr>
          <p:cNvSpPr/>
          <p:nvPr userDrawn="1"/>
        </p:nvSpPr>
        <p:spPr bwMode="auto">
          <a:xfrm>
            <a:off x="8688066" y="642786"/>
            <a:ext cx="3387294" cy="179446"/>
          </a:xfrm>
          <a:prstGeom prst="roundRect">
            <a:avLst>
              <a:gd name="adj" fmla="val 10121"/>
            </a:avLst>
          </a:prstGeom>
          <a:solidFill>
            <a:schemeClr val="bg1">
              <a:lumMod val="65000"/>
            </a:schemeClr>
          </a:solidFill>
          <a:ln w="3175">
            <a:solidFill>
              <a:schemeClr val="bg1">
                <a:lumMod val="50000"/>
              </a:schemeClr>
            </a:solidFill>
            <a:round/>
            <a:headEnd/>
            <a:tailEnd/>
          </a:ln>
          <a:effectLst/>
        </p:spPr>
        <p:txBody>
          <a:bodyPr lIns="36000" tIns="18000" rIns="36000" bIns="18000" anchor="ctr"/>
          <a:lstStyle/>
          <a:p>
            <a:pPr algn="ctr" defTabSz="793750" fontAlgn="auto" latinLnBrk="0">
              <a:spcBef>
                <a:spcPts val="0"/>
              </a:spcBef>
              <a:spcAft>
                <a:spcPts val="0"/>
              </a:spcAft>
              <a:defRPr/>
            </a:pPr>
            <a:r>
              <a:rPr kumimoji="0" lang="en-US" altLang="ko-KR" sz="800" b="1" kern="0" dirty="0">
                <a:solidFill>
                  <a:schemeClr val="bg1"/>
                </a:solidFill>
                <a:latin typeface="Noto Sans CJK KR Light" panose="020B0300000000000000" pitchFamily="34" charset="-127"/>
                <a:ea typeface="Noto Sans CJK KR Light" panose="020B0300000000000000" pitchFamily="34" charset="-127"/>
              </a:rPr>
              <a:t>Descriptions</a:t>
            </a:r>
            <a:endParaRPr kumimoji="0" lang="ko-KR" altLang="en-US" sz="800" b="1" kern="0" dirty="0">
              <a:solidFill>
                <a:schemeClr val="bg1"/>
              </a:solidFill>
              <a:latin typeface="Noto Sans CJK KR Light" panose="020B0300000000000000" pitchFamily="34" charset="-127"/>
              <a:ea typeface="Noto Sans CJK KR Light" panose="020B0300000000000000" pitchFamily="34" charset="-127"/>
            </a:endParaRPr>
          </a:p>
        </p:txBody>
      </p:sp>
      <p:sp>
        <p:nvSpPr>
          <p:cNvPr id="9" name="직사각형 8">
            <a:extLst>
              <a:ext uri="{FF2B5EF4-FFF2-40B4-BE49-F238E27FC236}">
                <a16:creationId xmlns:a16="http://schemas.microsoft.com/office/drawing/2014/main" id="{19E3BFE7-BA88-4ABA-9994-51F135AD0C98}"/>
              </a:ext>
            </a:extLst>
          </p:cNvPr>
          <p:cNvSpPr/>
          <p:nvPr userDrawn="1"/>
        </p:nvSpPr>
        <p:spPr>
          <a:xfrm>
            <a:off x="10726176" y="315600"/>
            <a:ext cx="1332000" cy="2154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텍스트 개체 틀 2">
            <a:extLst>
              <a:ext uri="{FF2B5EF4-FFF2-40B4-BE49-F238E27FC236}">
                <a16:creationId xmlns:a16="http://schemas.microsoft.com/office/drawing/2014/main" id="{BA35D034-84FD-441D-8981-3FA3F5BCD845}"/>
              </a:ext>
            </a:extLst>
          </p:cNvPr>
          <p:cNvSpPr>
            <a:spLocks noGrp="1"/>
          </p:cNvSpPr>
          <p:nvPr>
            <p:ph type="body" idx="1"/>
          </p:nvPr>
        </p:nvSpPr>
        <p:spPr>
          <a:xfrm>
            <a:off x="10718085" y="333264"/>
            <a:ext cx="1353154" cy="204281"/>
          </a:xfrm>
        </p:spPr>
        <p:txBody>
          <a:bodyPr anchor="b">
            <a:normAutofit/>
          </a:bodyPr>
          <a:lstStyle>
            <a:lvl1pPr marL="0" indent="0">
              <a:buNone/>
              <a:defRPr sz="800" b="1">
                <a:solidFill>
                  <a:schemeClr val="bg2">
                    <a:lumMod val="10000"/>
                  </a:schemeClr>
                </a:solidFill>
                <a:latin typeface="Noto Sans CJK KR Bold" panose="020B0800000000000000" pitchFamily="34" charset="-127"/>
                <a:ea typeface="Noto Sans CJK KR Bold" panose="020B0800000000000000" pitchFamily="34" charset="-12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 편집</a:t>
            </a:r>
          </a:p>
        </p:txBody>
      </p:sp>
      <p:sp>
        <p:nvSpPr>
          <p:cNvPr id="13" name="TextBox 12">
            <a:extLst>
              <a:ext uri="{FF2B5EF4-FFF2-40B4-BE49-F238E27FC236}">
                <a16:creationId xmlns:a16="http://schemas.microsoft.com/office/drawing/2014/main" id="{66BCA633-2BB7-4196-8ECE-210E856BEF80}"/>
              </a:ext>
            </a:extLst>
          </p:cNvPr>
          <p:cNvSpPr txBox="1"/>
          <p:nvPr userDrawn="1"/>
        </p:nvSpPr>
        <p:spPr>
          <a:xfrm>
            <a:off x="10153392" y="315600"/>
            <a:ext cx="590226" cy="215444"/>
          </a:xfrm>
          <a:prstGeom prst="rect">
            <a:avLst/>
          </a:prstGeom>
          <a:noFill/>
        </p:spPr>
        <p:txBody>
          <a:bodyPr wrap="none" rtlCol="0">
            <a:spAutoFit/>
          </a:bodyPr>
          <a:lstStyle/>
          <a:p>
            <a:r>
              <a:rPr lang="en-US" altLang="ko-KR" sz="800" b="0" dirty="0">
                <a:latin typeface="Noto Sans CJK KR Bold" panose="020B0800000000000000" pitchFamily="34" charset="-127"/>
                <a:ea typeface="Noto Sans CJK KR Bold" panose="020B0800000000000000" pitchFamily="34" charset="-127"/>
              </a:rPr>
              <a:t>Page ID </a:t>
            </a:r>
            <a:endParaRPr lang="ko-KR" altLang="en-US" sz="800" b="0" dirty="0">
              <a:latin typeface="Noto Sans CJK KR Bold" panose="020B0800000000000000" pitchFamily="34" charset="-127"/>
              <a:ea typeface="Noto Sans CJK KR Bold" panose="020B0800000000000000" pitchFamily="34" charset="-127"/>
            </a:endParaRPr>
          </a:p>
        </p:txBody>
      </p:sp>
      <p:pic>
        <p:nvPicPr>
          <p:cNvPr id="15" name="그래픽 14">
            <a:extLst>
              <a:ext uri="{FF2B5EF4-FFF2-40B4-BE49-F238E27FC236}">
                <a16:creationId xmlns:a16="http://schemas.microsoft.com/office/drawing/2014/main" id="{024A0117-8165-4535-9FE7-C6F26231C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3825" y="692150"/>
            <a:ext cx="7988300" cy="4500563"/>
          </a:xfrm>
          <a:prstGeom prst="rect">
            <a:avLst/>
          </a:prstGeom>
        </p:spPr>
      </p:pic>
      <p:sp>
        <p:nvSpPr>
          <p:cNvPr id="16" name="제목 3">
            <a:extLst>
              <a:ext uri="{FF2B5EF4-FFF2-40B4-BE49-F238E27FC236}">
                <a16:creationId xmlns:a16="http://schemas.microsoft.com/office/drawing/2014/main" id="{A3047D47-3874-4A71-B506-B331AFBF5B99}"/>
              </a:ext>
            </a:extLst>
          </p:cNvPr>
          <p:cNvSpPr>
            <a:spLocks noGrp="1"/>
          </p:cNvSpPr>
          <p:nvPr>
            <p:ph type="title"/>
          </p:nvPr>
        </p:nvSpPr>
        <p:spPr>
          <a:xfrm>
            <a:off x="133824" y="296652"/>
            <a:ext cx="6409928" cy="258532"/>
          </a:xfrm>
        </p:spPr>
        <p:txBody>
          <a:bodyPr wrap="square">
            <a:spAutoFit/>
          </a:bodyPr>
          <a:lstStyle>
            <a:lvl1pPr marL="0" algn="l" defTabSz="914400" rtl="0" eaLnBrk="1" latinLnBrk="1" hangingPunct="1">
              <a:lnSpc>
                <a:spcPct val="90000"/>
              </a:lnSpc>
              <a:spcBef>
                <a:spcPct val="0"/>
              </a:spcBef>
              <a:buNone/>
              <a:defRPr lang="ko-KR" altLang="en-US" sz="1200" b="0" kern="1200">
                <a:solidFill>
                  <a:schemeClr val="bg1"/>
                </a:solidFill>
                <a:latin typeface="맑은 고딕" panose="020B0503020000020004" pitchFamily="50" charset="-127"/>
                <a:ea typeface="맑은 고딕" panose="020B0503020000020004" pitchFamily="50" charset="-127"/>
                <a:cs typeface="+mj-cs"/>
              </a:defRPr>
            </a:lvl1pPr>
          </a:lstStyle>
          <a:p>
            <a:r>
              <a:rPr lang="ko-KR" altLang="en-US"/>
              <a:t>마스터 제목 스타일 편집</a:t>
            </a:r>
          </a:p>
        </p:txBody>
      </p:sp>
      <p:sp>
        <p:nvSpPr>
          <p:cNvPr id="2" name="직사각형 11">
            <a:extLst>
              <a:ext uri="{FF2B5EF4-FFF2-40B4-BE49-F238E27FC236}">
                <a16:creationId xmlns:a16="http://schemas.microsoft.com/office/drawing/2014/main" id="{89BA23A5-3980-B8D9-EB26-2BDB374826E8}"/>
              </a:ext>
            </a:extLst>
          </p:cNvPr>
          <p:cNvSpPr>
            <a:spLocks noChangeArrowheads="1"/>
          </p:cNvSpPr>
          <p:nvPr userDrawn="1"/>
        </p:nvSpPr>
        <p:spPr bwMode="auto">
          <a:xfrm>
            <a:off x="8047020" y="6610911"/>
            <a:ext cx="4056587" cy="219075"/>
          </a:xfrm>
          <a:prstGeom prst="rect">
            <a:avLst/>
          </a:prstGeom>
          <a:noFill/>
          <a:ln w="9525">
            <a:noFill/>
            <a:miter lim="800000"/>
            <a:headEnd/>
            <a:tailEnd/>
          </a:ln>
        </p:spPr>
        <p:txBody>
          <a:bodyPr wrap="square">
            <a:spAutoFit/>
          </a:bodyPr>
          <a:lstStyle/>
          <a:p>
            <a:pPr algn="r" defTabSz="865188">
              <a:spcBef>
                <a:spcPct val="50000"/>
              </a:spcBef>
              <a:defRPr/>
            </a:pPr>
            <a:r>
              <a:rPr lang="en-US" altLang="ko-KR" sz="800" b="1"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Notice</a:t>
            </a:r>
            <a:r>
              <a:rPr lang="en-US" altLang="ko-KR" sz="800" b="0"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 The enclosed material is proprietary to (</a:t>
            </a:r>
            <a:r>
              <a:rPr lang="ko-KR" altLang="en-US" sz="800" b="0"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제작자 이름</a:t>
            </a:r>
            <a:r>
              <a:rPr lang="en-US" altLang="ko-KR" sz="800" b="0" i="0" dirty="0">
                <a:solidFill>
                  <a:schemeClr val="tx1">
                    <a:lumMod val="50000"/>
                    <a:lumOff val="50000"/>
                  </a:schemeClr>
                </a:solidFill>
                <a:latin typeface="Malgun Gothic" panose="020B0503020000020004" pitchFamily="34" charset="-127"/>
                <a:ea typeface="Malgun Gothic" panose="020B0503020000020004" pitchFamily="34" charset="-127"/>
                <a:cs typeface="Tahoma" pitchFamily="34" charset="0"/>
              </a:rPr>
              <a:t>))</a:t>
            </a:r>
          </a:p>
        </p:txBody>
      </p:sp>
    </p:spTree>
    <p:extLst>
      <p:ext uri="{BB962C8B-B14F-4D97-AF65-F5344CB8AC3E}">
        <p14:creationId xmlns:p14="http://schemas.microsoft.com/office/powerpoint/2010/main" val="3457805633"/>
      </p:ext>
    </p:extLst>
  </p:cSld>
  <p:clrMapOvr>
    <a:masterClrMapping/>
  </p:clrMapOvr>
  <p:extLst>
    <p:ext uri="{DCECCB84-F9BA-43D5-87BE-67443E8EF086}">
      <p15:sldGuideLst xmlns:p15="http://schemas.microsoft.com/office/powerpoint/2012/main">
        <p15:guide id="1" pos="2593">
          <p15:clr>
            <a:srgbClr val="FBAE40"/>
          </p15:clr>
        </p15:guide>
        <p15:guide id="2" orient="horz" pos="1842">
          <p15:clr>
            <a:srgbClr val="FBAE40"/>
          </p15:clr>
        </p15:guide>
        <p15:guide id="3" orient="horz" pos="436">
          <p15:clr>
            <a:srgbClr val="000000"/>
          </p15:clr>
        </p15:guide>
        <p15:guide id="4" orient="horz" pos="4110">
          <p15:clr>
            <a:srgbClr val="FBAE40"/>
          </p15:clr>
        </p15:guide>
        <p15:guide id="6" pos="7605">
          <p15:clr>
            <a:srgbClr val="FBAE40"/>
          </p15:clr>
        </p15:guide>
        <p15:guide id="7" pos="5110">
          <p15:clr>
            <a:srgbClr val="000000"/>
          </p15:clr>
        </p15:guide>
        <p15:guide id="8" orient="horz" pos="3271">
          <p15:clr>
            <a:srgbClr val="000000"/>
          </p15:clr>
        </p15:guide>
        <p15:guide id="9" pos="75">
          <p15:clr>
            <a:srgbClr val="00000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 id="2147483666" r:id="rId5"/>
    <p:sldLayoutId id="2147483667" r:id="rId6"/>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94B7AB-3DC3-DD69-47BA-908974745869}"/>
              </a:ext>
            </a:extLst>
          </p:cNvPr>
          <p:cNvSpPr>
            <a:spLocks noGrp="1"/>
          </p:cNvSpPr>
          <p:nvPr>
            <p:ph type="title"/>
          </p:nvPr>
        </p:nvSpPr>
        <p:spPr/>
        <p:txBody>
          <a:bodyPr/>
          <a:lstStyle/>
          <a:p>
            <a:r>
              <a:rPr lang="en-US" altLang="ko-KR" dirty="0"/>
              <a:t>Document History</a:t>
            </a:r>
            <a:endParaRPr kumimoji="1" lang="ko-KR" altLang="en-US" dirty="0"/>
          </a:p>
        </p:txBody>
      </p:sp>
      <p:graphicFrame>
        <p:nvGraphicFramePr>
          <p:cNvPr id="4" name="Group 3">
            <a:extLst>
              <a:ext uri="{FF2B5EF4-FFF2-40B4-BE49-F238E27FC236}">
                <a16:creationId xmlns:a16="http://schemas.microsoft.com/office/drawing/2014/main" id="{7C6B2F5C-19B1-0FC2-953B-760928B8B8DD}"/>
              </a:ext>
            </a:extLst>
          </p:cNvPr>
          <p:cNvGraphicFramePr>
            <a:graphicFrameLocks noGrp="1"/>
          </p:cNvGraphicFramePr>
          <p:nvPr>
            <p:extLst>
              <p:ext uri="{D42A27DB-BD31-4B8C-83A1-F6EECF244321}">
                <p14:modId xmlns:p14="http://schemas.microsoft.com/office/powerpoint/2010/main" val="3216005173"/>
              </p:ext>
            </p:extLst>
          </p:nvPr>
        </p:nvGraphicFramePr>
        <p:xfrm>
          <a:off x="273050" y="836613"/>
          <a:ext cx="11690349" cy="3260493"/>
        </p:xfrm>
        <a:graphic>
          <a:graphicData uri="http://schemas.openxmlformats.org/drawingml/2006/table">
            <a:tbl>
              <a:tblPr/>
              <a:tblGrid>
                <a:gridCol w="11938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7762875">
                  <a:extLst>
                    <a:ext uri="{9D8B030D-6E8A-4147-A177-3AD203B41FA5}">
                      <a16:colId xmlns:a16="http://schemas.microsoft.com/office/drawing/2014/main" val="20002"/>
                    </a:ext>
                  </a:extLst>
                </a:gridCol>
                <a:gridCol w="1476374">
                  <a:extLst>
                    <a:ext uri="{9D8B030D-6E8A-4147-A177-3AD203B41FA5}">
                      <a16:colId xmlns:a16="http://schemas.microsoft.com/office/drawing/2014/main" val="20003"/>
                    </a:ext>
                  </a:extLst>
                </a:gridCol>
              </a:tblGrid>
              <a:tr h="155665">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r>
                        <a:rPr kumimoji="1" lang="en-US" altLang="ko-KR" sz="900" b="1" i="0" u="none" strike="noStrike" cap="none" normalizeH="0" baseline="0" dirty="0">
                          <a:ln>
                            <a:noFill/>
                          </a:ln>
                          <a:solidFill>
                            <a:schemeClr val="tx1"/>
                          </a:solidFill>
                          <a:effectLst/>
                          <a:latin typeface="맑은 고딕" pitchFamily="50" charset="-127"/>
                          <a:ea typeface="맑은 고딕" pitchFamily="50" charset="-127"/>
                          <a:sym typeface="Arial" charset="0"/>
                        </a:rPr>
                        <a:t>Date</a:t>
                      </a: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r>
                        <a:rPr kumimoji="1" lang="en-US" altLang="ko-KR" sz="900" b="1" i="0" u="none" strike="noStrike" cap="none" normalizeH="0" baseline="0" dirty="0">
                          <a:ln>
                            <a:noFill/>
                          </a:ln>
                          <a:solidFill>
                            <a:schemeClr val="tx1"/>
                          </a:solidFill>
                          <a:effectLst/>
                          <a:latin typeface="맑은 고딕" pitchFamily="50" charset="-127"/>
                          <a:ea typeface="맑은 고딕" pitchFamily="50" charset="-127"/>
                          <a:sym typeface="Arial" charset="0"/>
                        </a:rPr>
                        <a:t>Version</a:t>
                      </a: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r>
                        <a:rPr kumimoji="1" lang="ko-KR" altLang="en-US" sz="900" b="1" i="0" u="none" strike="noStrike" cap="none" normalizeH="0" baseline="0" dirty="0">
                          <a:ln>
                            <a:noFill/>
                          </a:ln>
                          <a:solidFill>
                            <a:schemeClr val="tx1"/>
                          </a:solidFill>
                          <a:effectLst/>
                          <a:latin typeface="맑은 고딕" pitchFamily="50" charset="-127"/>
                          <a:ea typeface="맑은 고딕" pitchFamily="50" charset="-127"/>
                          <a:sym typeface="Arial" charset="0"/>
                        </a:rPr>
                        <a:t>세부내용</a:t>
                      </a: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9D9D9"/>
                    </a:solid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r>
                        <a:rPr kumimoji="1" lang="ko-KR" altLang="en-US" sz="900" b="1" i="0" u="none" strike="noStrike" cap="none" normalizeH="0" baseline="0" dirty="0">
                          <a:ln>
                            <a:noFill/>
                          </a:ln>
                          <a:solidFill>
                            <a:schemeClr val="tx1"/>
                          </a:solidFill>
                          <a:effectLst/>
                          <a:latin typeface="맑은 고딕" pitchFamily="50" charset="-127"/>
                          <a:ea typeface="맑은 고딕" pitchFamily="50" charset="-127"/>
                          <a:sym typeface="Arial" charset="0"/>
                        </a:rPr>
                        <a:t>작성자</a:t>
                      </a:r>
                    </a:p>
                  </a:txBody>
                  <a:tcPr marL="90000" marR="90000" marT="46800" marB="46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144991">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r>
                        <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rPr>
                        <a:t>260127</a:t>
                      </a: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r>
                        <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rPr>
                        <a:t>0.1</a:t>
                      </a: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pPr>
                      <a:r>
                        <a:rPr kumimoji="1" lang="ko-KR" altLang="en-US" sz="800" b="0" i="0" u="none" strike="noStrike" cap="none" normalizeH="0" baseline="0" dirty="0">
                          <a:ln>
                            <a:noFill/>
                          </a:ln>
                          <a:solidFill>
                            <a:srgbClr val="000000"/>
                          </a:solidFill>
                          <a:effectLst/>
                          <a:latin typeface="맑은 고딕" pitchFamily="50" charset="-127"/>
                          <a:ea typeface="맑은 고딕" pitchFamily="50" charset="-127"/>
                          <a:sym typeface="Arial" charset="0"/>
                        </a:rPr>
                        <a:t>장애</a:t>
                      </a:r>
                      <a:r>
                        <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rPr>
                        <a:t>/</a:t>
                      </a:r>
                      <a:r>
                        <a:rPr kumimoji="1" lang="ko-KR" altLang="en-US" sz="800" b="0" i="0" u="none" strike="noStrike" cap="none" normalizeH="0" baseline="0" dirty="0">
                          <a:ln>
                            <a:noFill/>
                          </a:ln>
                          <a:solidFill>
                            <a:srgbClr val="000000"/>
                          </a:solidFill>
                          <a:effectLst/>
                          <a:latin typeface="맑은 고딕" pitchFamily="50" charset="-127"/>
                          <a:ea typeface="맑은 고딕" pitchFamily="50" charset="-127"/>
                          <a:sym typeface="Arial" charset="0"/>
                        </a:rPr>
                        <a:t>발생 리스트 구상</a:t>
                      </a: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r>
                        <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rPr>
                        <a:t>배영환</a:t>
                      </a: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anose="020B0604020202020204"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16601120"/>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8242764"/>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6087654"/>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49259811"/>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75046358"/>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25368511"/>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2430847"/>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2482958"/>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77964462"/>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2032567"/>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39671410"/>
                  </a:ext>
                </a:extLst>
              </a:tr>
              <a:tr h="137754">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12700" cap="flat" cmpd="sng" algn="ctr">
                      <a:solidFill>
                        <a:srgbClr val="FFFFFF"/>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pPr>
                      <a:endParaRPr kumimoji="1" lang="en-US" altLang="ko-KR" sz="800" b="0" i="0" u="none" strike="noStrike" cap="none" normalizeH="0" baseline="0" dirty="0">
                        <a:ln>
                          <a:noFill/>
                        </a:ln>
                        <a:solidFill>
                          <a:srgbClr val="000000"/>
                        </a:solidFill>
                        <a:effectLst/>
                        <a:latin typeface="맑은 고딕" pitchFamily="50" charset="-127"/>
                        <a:ea typeface="맑은 고딕" pitchFamily="50" charset="-127"/>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257175" marR="0" lvl="0" indent="-171450" algn="l" defTabSz="914400" rtl="0" eaLnBrk="1" fontAlgn="base" latinLnBrk="1" hangingPunct="1">
                        <a:lnSpc>
                          <a:spcPct val="110000"/>
                        </a:lnSpc>
                        <a:spcBef>
                          <a:spcPct val="20000"/>
                        </a:spcBef>
                        <a:spcAft>
                          <a:spcPct val="0"/>
                        </a:spcAft>
                        <a:buClrTx/>
                        <a:buSzTx/>
                        <a:buFont typeface="Arial" pitchFamily="34" charset="0"/>
                        <a:buChar char="•"/>
                        <a:tabLst/>
                        <a:defRPr/>
                      </a:pPr>
                      <a:endParaRPr kumimoji="1" lang="en-US" altLang="ko-KR" sz="800" b="0" i="0" u="none" strike="noStrike" cap="none" normalizeH="0" baseline="0" dirty="0">
                        <a:ln>
                          <a:noFill/>
                        </a:ln>
                        <a:solidFill>
                          <a:srgbClr val="000000"/>
                        </a:solidFill>
                        <a:effectLst/>
                        <a:latin typeface="맑은 고딕" pitchFamily="50" charset="-127"/>
                        <a:ea typeface="+mn-ea"/>
                        <a:sym typeface="Arial" charset="0"/>
                      </a:endParaRPr>
                    </a:p>
                  </a:txBody>
                  <a:tcPr marL="90000" marR="90000" marT="46800" marB="46800" anchor="ctr" horzOverflow="overflow">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10000"/>
                        </a:lnSpc>
                        <a:spcBef>
                          <a:spcPct val="20000"/>
                        </a:spcBef>
                        <a:spcAft>
                          <a:spcPct val="0"/>
                        </a:spcAft>
                        <a:buClrTx/>
                        <a:buSzTx/>
                        <a:buFont typeface="산돌고딕 L" pitchFamily="18" charset="-127"/>
                        <a:buNone/>
                        <a:tabLst/>
                        <a:defRPr/>
                      </a:pPr>
                      <a:endParaRPr kumimoji="1" lang="ko-KR" altLang="en-US" sz="8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sym typeface="Arial" charset="0"/>
                      </a:endParaRPr>
                    </a:p>
                  </a:txBody>
                  <a:tcPr marL="90000" marR="90000" marT="46800" marB="46800" anchor="ctr" horzOverflow="overflow">
                    <a:lnL w="6350" cap="flat" cmpd="sng" algn="ctr">
                      <a:no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71365368"/>
                  </a:ext>
                </a:extLst>
              </a:tr>
            </a:tbl>
          </a:graphicData>
        </a:graphic>
      </p:graphicFrame>
    </p:spTree>
    <p:extLst>
      <p:ext uri="{BB962C8B-B14F-4D97-AF65-F5344CB8AC3E}">
        <p14:creationId xmlns:p14="http://schemas.microsoft.com/office/powerpoint/2010/main" val="25648975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내용 개체 틀 10">
            <a:extLst>
              <a:ext uri="{FF2B5EF4-FFF2-40B4-BE49-F238E27FC236}">
                <a16:creationId xmlns:a16="http://schemas.microsoft.com/office/drawing/2014/main" id="{31615A55-A983-D98C-3AD6-67A1A03B4552}"/>
              </a:ext>
            </a:extLst>
          </p:cNvPr>
          <p:cNvPicPr>
            <a:picLocks noGrp="1" noChangeAspect="1"/>
          </p:cNvPicPr>
          <p:nvPr>
            <p:ph sz="half" idx="10"/>
          </p:nvPr>
        </p:nvPicPr>
        <p:blipFill>
          <a:blip r:embed="rId2" cstate="print">
            <a:extLst>
              <a:ext uri="{28A0092B-C50C-407E-A947-70E740481C1C}">
                <a14:useLocalDpi xmlns:a14="http://schemas.microsoft.com/office/drawing/2010/main" val="0"/>
              </a:ext>
            </a:extLst>
          </a:blip>
          <a:stretch>
            <a:fillRect/>
          </a:stretch>
        </p:blipFill>
        <p:spPr>
          <a:xfrm>
            <a:off x="7824192" y="2811747"/>
            <a:ext cx="3387725" cy="1680594"/>
          </a:xfrm>
        </p:spPr>
      </p:pic>
      <p:sp>
        <p:nvSpPr>
          <p:cNvPr id="3" name="텍스트 개체 틀 2">
            <a:extLst>
              <a:ext uri="{FF2B5EF4-FFF2-40B4-BE49-F238E27FC236}">
                <a16:creationId xmlns:a16="http://schemas.microsoft.com/office/drawing/2014/main" id="{84A348E7-3545-6C45-88AE-D7D2B1D5A4E2}"/>
              </a:ext>
            </a:extLst>
          </p:cNvPr>
          <p:cNvSpPr>
            <a:spLocks noGrp="1"/>
          </p:cNvSpPr>
          <p:nvPr>
            <p:ph type="body" idx="1"/>
          </p:nvPr>
        </p:nvSpPr>
        <p:spPr/>
        <p:txBody>
          <a:bodyPr>
            <a:normAutofit lnSpcReduction="10000"/>
          </a:bodyPr>
          <a:lstStyle/>
          <a:p>
            <a:endParaRPr lang="ko-KR" altLang="en-US" dirty="0"/>
          </a:p>
        </p:txBody>
      </p:sp>
      <p:sp>
        <p:nvSpPr>
          <p:cNvPr id="4" name="제목 3">
            <a:extLst>
              <a:ext uri="{FF2B5EF4-FFF2-40B4-BE49-F238E27FC236}">
                <a16:creationId xmlns:a16="http://schemas.microsoft.com/office/drawing/2014/main" id="{70D42D4F-F266-087B-1A2E-C88F1FD286CB}"/>
              </a:ext>
            </a:extLst>
          </p:cNvPr>
          <p:cNvSpPr>
            <a:spLocks noGrp="1"/>
          </p:cNvSpPr>
          <p:nvPr>
            <p:ph type="title"/>
          </p:nvPr>
        </p:nvSpPr>
        <p:spPr/>
        <p:txBody>
          <a:bodyPr/>
          <a:lstStyle/>
          <a:p>
            <a:r>
              <a:rPr lang="en-US" altLang="ko-KR" dirty="0"/>
              <a:t>SAP(Subway Amenities Project) </a:t>
            </a:r>
            <a:r>
              <a:rPr lang="ko-KR" altLang="en-US" dirty="0"/>
              <a:t>장애</a:t>
            </a:r>
            <a:r>
              <a:rPr lang="en-US" altLang="ko-KR" dirty="0"/>
              <a:t>/</a:t>
            </a:r>
            <a:r>
              <a:rPr lang="ko-KR" altLang="en-US" dirty="0"/>
              <a:t>이슈 </a:t>
            </a:r>
          </a:p>
        </p:txBody>
      </p:sp>
      <p:pic>
        <p:nvPicPr>
          <p:cNvPr id="13" name="그림 12">
            <a:extLst>
              <a:ext uri="{FF2B5EF4-FFF2-40B4-BE49-F238E27FC236}">
                <a16:creationId xmlns:a16="http://schemas.microsoft.com/office/drawing/2014/main" id="{492811B4-2EE3-03DF-AB44-6991563D3B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824" y="692696"/>
            <a:ext cx="7978400" cy="4536504"/>
          </a:xfrm>
          <a:prstGeom prst="rect">
            <a:avLst/>
          </a:prstGeom>
        </p:spPr>
      </p:pic>
      <p:pic>
        <p:nvPicPr>
          <p:cNvPr id="7" name="그림 6">
            <a:extLst>
              <a:ext uri="{FF2B5EF4-FFF2-40B4-BE49-F238E27FC236}">
                <a16:creationId xmlns:a16="http://schemas.microsoft.com/office/drawing/2014/main" id="{C34C741A-7EBB-DAE2-569A-8B36A3EBAEF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54313" y="1956348"/>
            <a:ext cx="4049391" cy="2945304"/>
          </a:xfrm>
          <a:prstGeom prst="rect">
            <a:avLst/>
          </a:prstGeom>
        </p:spPr>
      </p:pic>
      <p:pic>
        <p:nvPicPr>
          <p:cNvPr id="12" name="그림 11">
            <a:extLst>
              <a:ext uri="{FF2B5EF4-FFF2-40B4-BE49-F238E27FC236}">
                <a16:creationId xmlns:a16="http://schemas.microsoft.com/office/drawing/2014/main" id="{3DDB98F9-A4C8-D2B6-C843-0C5C45B6D678}"/>
              </a:ext>
            </a:extLst>
          </p:cNvPr>
          <p:cNvPicPr>
            <a:picLocks noChangeAspect="1"/>
          </p:cNvPicPr>
          <p:nvPr/>
        </p:nvPicPr>
        <p:blipFill>
          <a:blip r:embed="rId5"/>
          <a:stretch>
            <a:fillRect/>
          </a:stretch>
        </p:blipFill>
        <p:spPr>
          <a:xfrm>
            <a:off x="1271464" y="1561967"/>
            <a:ext cx="6096000" cy="325625"/>
          </a:xfrm>
          <a:prstGeom prst="rect">
            <a:avLst/>
          </a:prstGeom>
        </p:spPr>
      </p:pic>
      <p:sp>
        <p:nvSpPr>
          <p:cNvPr id="14" name="TextBox 13">
            <a:extLst>
              <a:ext uri="{FF2B5EF4-FFF2-40B4-BE49-F238E27FC236}">
                <a16:creationId xmlns:a16="http://schemas.microsoft.com/office/drawing/2014/main" id="{A8264214-9791-5634-DA42-A30EC6F80966}"/>
              </a:ext>
            </a:extLst>
          </p:cNvPr>
          <p:cNvSpPr txBox="1"/>
          <p:nvPr/>
        </p:nvSpPr>
        <p:spPr>
          <a:xfrm>
            <a:off x="8689366" y="2054697"/>
            <a:ext cx="3559055" cy="892552"/>
          </a:xfrm>
          <a:prstGeom prst="rect">
            <a:avLst/>
          </a:prstGeom>
          <a:noFill/>
        </p:spPr>
        <p:txBody>
          <a:bodyPr wrap="square" rtlCol="0">
            <a:spAutoFit/>
          </a:bodyPr>
          <a:lstStyle/>
          <a:p>
            <a:r>
              <a:rPr lang="en-US" altLang="ko-KR" sz="1300" dirty="0">
                <a:latin typeface="나눔"/>
              </a:rPr>
              <a:t>3. </a:t>
            </a:r>
            <a:r>
              <a:rPr lang="ko-KR" altLang="en-US" sz="1300" dirty="0">
                <a:latin typeface="나눔"/>
              </a:rPr>
              <a:t>버튼</a:t>
            </a:r>
            <a:endParaRPr lang="en-US" altLang="ko-KR" sz="1300" dirty="0">
              <a:latin typeface="나눔"/>
            </a:endParaRPr>
          </a:p>
          <a:p>
            <a:r>
              <a:rPr lang="en-US" altLang="ko-KR" sz="1300" dirty="0">
                <a:latin typeface="나눔"/>
              </a:rPr>
              <a:t>-</a:t>
            </a:r>
            <a:r>
              <a:rPr lang="ko-KR" altLang="en-US" sz="1300" dirty="0">
                <a:latin typeface="나눔"/>
              </a:rPr>
              <a:t>생성</a:t>
            </a:r>
            <a:endParaRPr lang="en-US" altLang="ko-KR" sz="1300" dirty="0">
              <a:latin typeface="나눔"/>
            </a:endParaRPr>
          </a:p>
          <a:p>
            <a:r>
              <a:rPr lang="en-US" altLang="ko-KR" sz="1300" dirty="0">
                <a:latin typeface="나눔"/>
              </a:rPr>
              <a:t>-</a:t>
            </a:r>
            <a:r>
              <a:rPr lang="ko-KR" altLang="en-US" sz="1300" dirty="0">
                <a:latin typeface="나눔"/>
              </a:rPr>
              <a:t>삭제</a:t>
            </a:r>
            <a:endParaRPr lang="en-US" altLang="ko-KR" sz="1300" dirty="0">
              <a:latin typeface="나눔"/>
            </a:endParaRPr>
          </a:p>
          <a:p>
            <a:r>
              <a:rPr lang="en-US" altLang="ko-KR" sz="1300" dirty="0">
                <a:latin typeface="나눔"/>
              </a:rPr>
              <a:t>-</a:t>
            </a:r>
            <a:r>
              <a:rPr lang="ko-KR" altLang="en-US" sz="1300" dirty="0" err="1">
                <a:latin typeface="나눔"/>
              </a:rPr>
              <a:t>상태값</a:t>
            </a:r>
            <a:r>
              <a:rPr lang="ko-KR" altLang="en-US" sz="1300" dirty="0">
                <a:latin typeface="나눔"/>
              </a:rPr>
              <a:t> 변경</a:t>
            </a:r>
            <a:r>
              <a:rPr lang="en-US" altLang="ko-KR" sz="1300" dirty="0">
                <a:latin typeface="나눔"/>
              </a:rPr>
              <a:t>(</a:t>
            </a:r>
            <a:r>
              <a:rPr lang="ko-KR" altLang="en-US" sz="1300" dirty="0">
                <a:latin typeface="나눔"/>
              </a:rPr>
              <a:t>오픈</a:t>
            </a:r>
            <a:r>
              <a:rPr lang="en-US" altLang="ko-KR" sz="1300" dirty="0">
                <a:latin typeface="나눔"/>
              </a:rPr>
              <a:t>,</a:t>
            </a:r>
            <a:r>
              <a:rPr lang="ko-KR" altLang="en-US" sz="1300" dirty="0" err="1">
                <a:latin typeface="나눔"/>
              </a:rPr>
              <a:t>해결중</a:t>
            </a:r>
            <a:r>
              <a:rPr lang="en-US" altLang="ko-KR" sz="1300" dirty="0">
                <a:latin typeface="나눔"/>
              </a:rPr>
              <a:t>,</a:t>
            </a:r>
            <a:r>
              <a:rPr lang="ko-KR" altLang="en-US" sz="1300" dirty="0">
                <a:latin typeface="나눔"/>
              </a:rPr>
              <a:t>완료</a:t>
            </a:r>
            <a:r>
              <a:rPr lang="en-US" altLang="ko-KR" sz="1300" dirty="0">
                <a:latin typeface="나눔"/>
              </a:rPr>
              <a:t>)</a:t>
            </a:r>
            <a:endParaRPr lang="ko-KR" altLang="en-US" sz="1300" dirty="0">
              <a:latin typeface="나눔"/>
            </a:endParaRPr>
          </a:p>
        </p:txBody>
      </p:sp>
      <p:sp>
        <p:nvSpPr>
          <p:cNvPr id="15" name="TextBox 14">
            <a:extLst>
              <a:ext uri="{FF2B5EF4-FFF2-40B4-BE49-F238E27FC236}">
                <a16:creationId xmlns:a16="http://schemas.microsoft.com/office/drawing/2014/main" id="{E57B2C14-61BF-E33C-FFBE-374D401DF1D5}"/>
              </a:ext>
            </a:extLst>
          </p:cNvPr>
          <p:cNvSpPr txBox="1"/>
          <p:nvPr/>
        </p:nvSpPr>
        <p:spPr>
          <a:xfrm>
            <a:off x="8669590" y="1025450"/>
            <a:ext cx="3559055" cy="292388"/>
          </a:xfrm>
          <a:prstGeom prst="rect">
            <a:avLst/>
          </a:prstGeom>
          <a:noFill/>
        </p:spPr>
        <p:txBody>
          <a:bodyPr wrap="square" rtlCol="0">
            <a:spAutoFit/>
          </a:bodyPr>
          <a:lstStyle/>
          <a:p>
            <a:r>
              <a:rPr lang="en-US" altLang="ko-KR" sz="1300" dirty="0">
                <a:latin typeface="나눔"/>
              </a:rPr>
              <a:t>1. </a:t>
            </a:r>
            <a:r>
              <a:rPr lang="ko-KR" altLang="en-US" sz="1300" dirty="0">
                <a:latin typeface="나눔"/>
              </a:rPr>
              <a:t>검색 필터 </a:t>
            </a:r>
            <a:r>
              <a:rPr lang="en-US" altLang="ko-KR" sz="1300" dirty="0">
                <a:latin typeface="나눔"/>
              </a:rPr>
              <a:t>value</a:t>
            </a:r>
            <a:r>
              <a:rPr lang="ko-KR" altLang="en-US" sz="1300" dirty="0">
                <a:latin typeface="나눔"/>
              </a:rPr>
              <a:t>에 </a:t>
            </a:r>
            <a:r>
              <a:rPr lang="en-US" altLang="ko-KR" sz="1300" dirty="0">
                <a:latin typeface="나눔"/>
              </a:rPr>
              <a:t>title</a:t>
            </a:r>
            <a:r>
              <a:rPr lang="ko-KR" altLang="en-US" sz="1300" dirty="0">
                <a:latin typeface="나눔"/>
              </a:rPr>
              <a:t>을 입력하여  </a:t>
            </a:r>
            <a:r>
              <a:rPr lang="en-US" altLang="ko-KR" sz="1300" dirty="0">
                <a:latin typeface="나눔"/>
              </a:rPr>
              <a:t>search</a:t>
            </a:r>
            <a:endParaRPr lang="ko-KR" altLang="en-US" sz="1300" dirty="0">
              <a:latin typeface="나눔"/>
            </a:endParaRPr>
          </a:p>
        </p:txBody>
      </p:sp>
      <p:sp>
        <p:nvSpPr>
          <p:cNvPr id="16" name="TextBox 15">
            <a:extLst>
              <a:ext uri="{FF2B5EF4-FFF2-40B4-BE49-F238E27FC236}">
                <a16:creationId xmlns:a16="http://schemas.microsoft.com/office/drawing/2014/main" id="{22B5536C-DB45-0FD5-1F50-2A651B9638DB}"/>
              </a:ext>
            </a:extLst>
          </p:cNvPr>
          <p:cNvSpPr txBox="1"/>
          <p:nvPr/>
        </p:nvSpPr>
        <p:spPr>
          <a:xfrm>
            <a:off x="8698431" y="1458645"/>
            <a:ext cx="4886401" cy="292388"/>
          </a:xfrm>
          <a:prstGeom prst="rect">
            <a:avLst/>
          </a:prstGeom>
          <a:noFill/>
        </p:spPr>
        <p:txBody>
          <a:bodyPr wrap="square" rtlCol="0">
            <a:spAutoFit/>
          </a:bodyPr>
          <a:lstStyle/>
          <a:p>
            <a:r>
              <a:rPr lang="en-US" altLang="ko-KR" sz="1300" dirty="0">
                <a:latin typeface="나눔"/>
              </a:rPr>
              <a:t>2. Open</a:t>
            </a:r>
            <a:r>
              <a:rPr lang="ko-KR" altLang="en-US" sz="1300" dirty="0">
                <a:latin typeface="나눔"/>
              </a:rPr>
              <a:t> </a:t>
            </a:r>
            <a:r>
              <a:rPr lang="en-US" altLang="ko-KR" sz="1300" dirty="0">
                <a:latin typeface="나눔"/>
              </a:rPr>
              <a:t>/ Close</a:t>
            </a:r>
            <a:endParaRPr lang="ko-KR" altLang="en-US" sz="1300" dirty="0">
              <a:latin typeface="나눔"/>
            </a:endParaRPr>
          </a:p>
        </p:txBody>
      </p:sp>
      <p:sp>
        <p:nvSpPr>
          <p:cNvPr id="17" name="TextBox 16">
            <a:extLst>
              <a:ext uri="{FF2B5EF4-FFF2-40B4-BE49-F238E27FC236}">
                <a16:creationId xmlns:a16="http://schemas.microsoft.com/office/drawing/2014/main" id="{32FD4E38-8725-4283-B530-7BBCFC0FEE32}"/>
              </a:ext>
            </a:extLst>
          </p:cNvPr>
          <p:cNvSpPr txBox="1"/>
          <p:nvPr/>
        </p:nvSpPr>
        <p:spPr>
          <a:xfrm>
            <a:off x="8683100" y="3082751"/>
            <a:ext cx="3067156" cy="692497"/>
          </a:xfrm>
          <a:prstGeom prst="rect">
            <a:avLst/>
          </a:prstGeom>
          <a:noFill/>
        </p:spPr>
        <p:txBody>
          <a:bodyPr wrap="square" rtlCol="0">
            <a:spAutoFit/>
          </a:bodyPr>
          <a:lstStyle/>
          <a:p>
            <a:r>
              <a:rPr lang="en-US" altLang="ko-KR" sz="1300" dirty="0">
                <a:latin typeface="나눔"/>
              </a:rPr>
              <a:t>4. </a:t>
            </a:r>
            <a:r>
              <a:rPr lang="ko-KR" altLang="en-US" sz="1300" dirty="0">
                <a:latin typeface="나눔"/>
              </a:rPr>
              <a:t>총 </a:t>
            </a:r>
            <a:r>
              <a:rPr lang="en-US" altLang="ko-KR" sz="1300" dirty="0">
                <a:latin typeface="나눔"/>
              </a:rPr>
              <a:t>4</a:t>
            </a:r>
            <a:r>
              <a:rPr lang="ko-KR" altLang="en-US" sz="1300" dirty="0">
                <a:latin typeface="나눔"/>
              </a:rPr>
              <a:t>가지 </a:t>
            </a:r>
            <a:r>
              <a:rPr lang="ko-KR" altLang="en-US" sz="1300" dirty="0" err="1">
                <a:latin typeface="나눔"/>
              </a:rPr>
              <a:t>상태값</a:t>
            </a:r>
            <a:r>
              <a:rPr lang="ko-KR" altLang="en-US" sz="1300" dirty="0">
                <a:latin typeface="나눔"/>
              </a:rPr>
              <a:t> 아이콘으로 표출</a:t>
            </a:r>
            <a:endParaRPr lang="en-US" altLang="ko-KR" sz="1300" dirty="0">
              <a:latin typeface="나눔"/>
            </a:endParaRPr>
          </a:p>
          <a:p>
            <a:r>
              <a:rPr lang="ko-KR" altLang="en-US" sz="1300" dirty="0">
                <a:latin typeface="나눔"/>
              </a:rPr>
              <a:t>계획되지 않음</a:t>
            </a:r>
            <a:r>
              <a:rPr lang="en-US" altLang="ko-KR" sz="1300" dirty="0">
                <a:latin typeface="나눔"/>
              </a:rPr>
              <a:t> / </a:t>
            </a:r>
            <a:r>
              <a:rPr lang="ko-KR" altLang="en-US" sz="1300" dirty="0" err="1">
                <a:latin typeface="나눔"/>
              </a:rPr>
              <a:t>해결중</a:t>
            </a:r>
            <a:r>
              <a:rPr lang="ko-KR" altLang="en-US" sz="1300" dirty="0">
                <a:latin typeface="나눔"/>
              </a:rPr>
              <a:t> </a:t>
            </a:r>
            <a:r>
              <a:rPr lang="en-US" altLang="ko-KR" sz="1300" dirty="0">
                <a:latin typeface="나눔"/>
              </a:rPr>
              <a:t>/ </a:t>
            </a:r>
            <a:r>
              <a:rPr lang="ko-KR" altLang="en-US" sz="1300" dirty="0">
                <a:latin typeface="나눔"/>
              </a:rPr>
              <a:t>완료 </a:t>
            </a:r>
            <a:r>
              <a:rPr lang="en-US" altLang="ko-KR" sz="1300" dirty="0">
                <a:latin typeface="나눔"/>
              </a:rPr>
              <a:t>/ </a:t>
            </a:r>
            <a:r>
              <a:rPr lang="ko-KR" altLang="en-US" sz="1300" dirty="0">
                <a:latin typeface="나눔"/>
              </a:rPr>
              <a:t>삭제</a:t>
            </a:r>
            <a:endParaRPr lang="en-US" altLang="ko-KR" sz="1300" dirty="0">
              <a:latin typeface="나눔"/>
            </a:endParaRPr>
          </a:p>
          <a:p>
            <a:r>
              <a:rPr lang="ko-KR" altLang="en-US" sz="1300" dirty="0">
                <a:latin typeface="나눔"/>
              </a:rPr>
              <a:t> </a:t>
            </a:r>
          </a:p>
        </p:txBody>
      </p:sp>
      <p:sp>
        <p:nvSpPr>
          <p:cNvPr id="19" name="십각형 18">
            <a:extLst>
              <a:ext uri="{FF2B5EF4-FFF2-40B4-BE49-F238E27FC236}">
                <a16:creationId xmlns:a16="http://schemas.microsoft.com/office/drawing/2014/main" id="{FC57A1AD-D793-C482-CB2D-F2F7A304E766}"/>
              </a:ext>
            </a:extLst>
          </p:cNvPr>
          <p:cNvSpPr/>
          <p:nvPr/>
        </p:nvSpPr>
        <p:spPr>
          <a:xfrm>
            <a:off x="1271464" y="1453341"/>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1</a:t>
            </a:r>
            <a:endParaRPr lang="ko-KR" altLang="en-US" dirty="0"/>
          </a:p>
        </p:txBody>
      </p:sp>
      <p:sp>
        <p:nvSpPr>
          <p:cNvPr id="21" name="십각형 20">
            <a:extLst>
              <a:ext uri="{FF2B5EF4-FFF2-40B4-BE49-F238E27FC236}">
                <a16:creationId xmlns:a16="http://schemas.microsoft.com/office/drawing/2014/main" id="{B523762A-9A10-0C26-676E-47508D34345B}"/>
              </a:ext>
            </a:extLst>
          </p:cNvPr>
          <p:cNvSpPr/>
          <p:nvPr/>
        </p:nvSpPr>
        <p:spPr>
          <a:xfrm>
            <a:off x="5787680" y="1503198"/>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3</a:t>
            </a:r>
            <a:endParaRPr lang="ko-KR" altLang="en-US" dirty="0"/>
          </a:p>
        </p:txBody>
      </p:sp>
      <p:sp>
        <p:nvSpPr>
          <p:cNvPr id="22" name="십각형 21">
            <a:extLst>
              <a:ext uri="{FF2B5EF4-FFF2-40B4-BE49-F238E27FC236}">
                <a16:creationId xmlns:a16="http://schemas.microsoft.com/office/drawing/2014/main" id="{40955F29-124A-2E8E-6410-32F148FF9EFA}"/>
              </a:ext>
            </a:extLst>
          </p:cNvPr>
          <p:cNvSpPr/>
          <p:nvPr/>
        </p:nvSpPr>
        <p:spPr>
          <a:xfrm>
            <a:off x="1954313" y="2111160"/>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4</a:t>
            </a:r>
            <a:endParaRPr lang="ko-KR" altLang="en-US" dirty="0"/>
          </a:p>
        </p:txBody>
      </p:sp>
      <p:sp>
        <p:nvSpPr>
          <p:cNvPr id="23" name="십각형 22">
            <a:extLst>
              <a:ext uri="{FF2B5EF4-FFF2-40B4-BE49-F238E27FC236}">
                <a16:creationId xmlns:a16="http://schemas.microsoft.com/office/drawing/2014/main" id="{F78B6F77-6D78-5021-DEB3-47F1A5A64783}"/>
              </a:ext>
            </a:extLst>
          </p:cNvPr>
          <p:cNvSpPr/>
          <p:nvPr/>
        </p:nvSpPr>
        <p:spPr>
          <a:xfrm>
            <a:off x="1954313" y="1844958"/>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2</a:t>
            </a:r>
            <a:endParaRPr lang="ko-KR" altLang="en-US" dirty="0"/>
          </a:p>
        </p:txBody>
      </p:sp>
      <p:pic>
        <p:nvPicPr>
          <p:cNvPr id="25" name="그림 24">
            <a:extLst>
              <a:ext uri="{FF2B5EF4-FFF2-40B4-BE49-F238E27FC236}">
                <a16:creationId xmlns:a16="http://schemas.microsoft.com/office/drawing/2014/main" id="{269C1D76-6DD1-84F6-BBA4-8EA0C7F79A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51955" y="3684108"/>
            <a:ext cx="1966130" cy="1044030"/>
          </a:xfrm>
          <a:prstGeom prst="rect">
            <a:avLst/>
          </a:prstGeom>
        </p:spPr>
      </p:pic>
    </p:spTree>
    <p:extLst>
      <p:ext uri="{BB962C8B-B14F-4D97-AF65-F5344CB8AC3E}">
        <p14:creationId xmlns:p14="http://schemas.microsoft.com/office/powerpoint/2010/main" val="1375508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D55D6-A4CC-23AB-F1B8-2465A0D8E8D6}"/>
            </a:ext>
          </a:extLst>
        </p:cNvPr>
        <p:cNvGrpSpPr/>
        <p:nvPr/>
      </p:nvGrpSpPr>
      <p:grpSpPr>
        <a:xfrm>
          <a:off x="0" y="0"/>
          <a:ext cx="0" cy="0"/>
          <a:chOff x="0" y="0"/>
          <a:chExt cx="0" cy="0"/>
        </a:xfrm>
      </p:grpSpPr>
      <p:pic>
        <p:nvPicPr>
          <p:cNvPr id="11" name="내용 개체 틀 10">
            <a:extLst>
              <a:ext uri="{FF2B5EF4-FFF2-40B4-BE49-F238E27FC236}">
                <a16:creationId xmlns:a16="http://schemas.microsoft.com/office/drawing/2014/main" id="{13E49B4F-EB21-0843-F1C4-CCAEA23BE1B8}"/>
              </a:ext>
            </a:extLst>
          </p:cNvPr>
          <p:cNvPicPr>
            <a:picLocks noGrp="1" noChangeAspect="1"/>
          </p:cNvPicPr>
          <p:nvPr>
            <p:ph sz="half" idx="10"/>
          </p:nvPr>
        </p:nvPicPr>
        <p:blipFill>
          <a:blip r:embed="rId2" cstate="print">
            <a:extLst>
              <a:ext uri="{28A0092B-C50C-407E-A947-70E740481C1C}">
                <a14:useLocalDpi xmlns:a14="http://schemas.microsoft.com/office/drawing/2010/main" val="0"/>
              </a:ext>
            </a:extLst>
          </a:blip>
          <a:stretch>
            <a:fillRect/>
          </a:stretch>
        </p:blipFill>
        <p:spPr>
          <a:xfrm>
            <a:off x="7824192" y="2811747"/>
            <a:ext cx="3387725" cy="1680594"/>
          </a:xfrm>
        </p:spPr>
      </p:pic>
      <p:sp>
        <p:nvSpPr>
          <p:cNvPr id="3" name="텍스트 개체 틀 2">
            <a:extLst>
              <a:ext uri="{FF2B5EF4-FFF2-40B4-BE49-F238E27FC236}">
                <a16:creationId xmlns:a16="http://schemas.microsoft.com/office/drawing/2014/main" id="{5869AB62-BBD9-BEB5-549E-676116F876C8}"/>
              </a:ext>
            </a:extLst>
          </p:cNvPr>
          <p:cNvSpPr>
            <a:spLocks noGrp="1"/>
          </p:cNvSpPr>
          <p:nvPr>
            <p:ph type="body" idx="1"/>
          </p:nvPr>
        </p:nvSpPr>
        <p:spPr/>
        <p:txBody>
          <a:bodyPr>
            <a:normAutofit lnSpcReduction="10000"/>
          </a:bodyPr>
          <a:lstStyle/>
          <a:p>
            <a:endParaRPr lang="ko-KR" altLang="en-US" dirty="0"/>
          </a:p>
        </p:txBody>
      </p:sp>
      <p:sp>
        <p:nvSpPr>
          <p:cNvPr id="4" name="제목 3">
            <a:extLst>
              <a:ext uri="{FF2B5EF4-FFF2-40B4-BE49-F238E27FC236}">
                <a16:creationId xmlns:a16="http://schemas.microsoft.com/office/drawing/2014/main" id="{E5AB6087-1B9E-3E13-580F-317F045BB40D}"/>
              </a:ext>
            </a:extLst>
          </p:cNvPr>
          <p:cNvSpPr>
            <a:spLocks noGrp="1"/>
          </p:cNvSpPr>
          <p:nvPr>
            <p:ph type="title"/>
          </p:nvPr>
        </p:nvSpPr>
        <p:spPr/>
        <p:txBody>
          <a:bodyPr/>
          <a:lstStyle/>
          <a:p>
            <a:r>
              <a:rPr lang="en-US" altLang="ko-KR" dirty="0"/>
              <a:t>SAP(Subway Amenities Project) </a:t>
            </a:r>
            <a:r>
              <a:rPr lang="ko-KR" altLang="en-US" dirty="0"/>
              <a:t>장애</a:t>
            </a:r>
            <a:r>
              <a:rPr lang="en-US" altLang="ko-KR" dirty="0"/>
              <a:t>/</a:t>
            </a:r>
            <a:r>
              <a:rPr lang="ko-KR" altLang="en-US" dirty="0"/>
              <a:t>이슈 글쓰기</a:t>
            </a:r>
          </a:p>
        </p:txBody>
      </p:sp>
      <p:pic>
        <p:nvPicPr>
          <p:cNvPr id="13" name="그림 12">
            <a:extLst>
              <a:ext uri="{FF2B5EF4-FFF2-40B4-BE49-F238E27FC236}">
                <a16:creationId xmlns:a16="http://schemas.microsoft.com/office/drawing/2014/main" id="{8A495674-59AB-74A9-0656-EDCC30F428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824" y="692696"/>
            <a:ext cx="7978400" cy="4536504"/>
          </a:xfrm>
          <a:prstGeom prst="rect">
            <a:avLst/>
          </a:prstGeom>
        </p:spPr>
      </p:pic>
      <p:pic>
        <p:nvPicPr>
          <p:cNvPr id="5" name="그림 4">
            <a:extLst>
              <a:ext uri="{FF2B5EF4-FFF2-40B4-BE49-F238E27FC236}">
                <a16:creationId xmlns:a16="http://schemas.microsoft.com/office/drawing/2014/main" id="{84EF577B-D3FF-1AAF-4D96-981E0EACDC0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67692" y="1627664"/>
            <a:ext cx="6556500" cy="3242920"/>
          </a:xfrm>
          <a:prstGeom prst="rect">
            <a:avLst/>
          </a:prstGeom>
        </p:spPr>
      </p:pic>
      <p:sp>
        <p:nvSpPr>
          <p:cNvPr id="6" name="십각형 5">
            <a:extLst>
              <a:ext uri="{FF2B5EF4-FFF2-40B4-BE49-F238E27FC236}">
                <a16:creationId xmlns:a16="http://schemas.microsoft.com/office/drawing/2014/main" id="{A343029A-1C57-903E-B807-6A55D9B03DE8}"/>
              </a:ext>
            </a:extLst>
          </p:cNvPr>
          <p:cNvSpPr/>
          <p:nvPr/>
        </p:nvSpPr>
        <p:spPr>
          <a:xfrm>
            <a:off x="1415480" y="1844824"/>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1</a:t>
            </a:r>
            <a:endParaRPr lang="ko-KR" altLang="en-US" dirty="0"/>
          </a:p>
        </p:txBody>
      </p:sp>
      <p:sp>
        <p:nvSpPr>
          <p:cNvPr id="8" name="TextBox 7">
            <a:extLst>
              <a:ext uri="{FF2B5EF4-FFF2-40B4-BE49-F238E27FC236}">
                <a16:creationId xmlns:a16="http://schemas.microsoft.com/office/drawing/2014/main" id="{B4A4B4F5-C9EA-AC34-F9F2-1063318156A0}"/>
              </a:ext>
            </a:extLst>
          </p:cNvPr>
          <p:cNvSpPr txBox="1"/>
          <p:nvPr/>
        </p:nvSpPr>
        <p:spPr>
          <a:xfrm>
            <a:off x="8669590" y="1025450"/>
            <a:ext cx="3559055" cy="2292935"/>
          </a:xfrm>
          <a:prstGeom prst="rect">
            <a:avLst/>
          </a:prstGeom>
          <a:noFill/>
        </p:spPr>
        <p:txBody>
          <a:bodyPr wrap="square" rtlCol="0">
            <a:spAutoFit/>
          </a:bodyPr>
          <a:lstStyle/>
          <a:p>
            <a:pPr marL="342900" indent="-342900">
              <a:buAutoNum type="arabicPeriod"/>
            </a:pPr>
            <a:r>
              <a:rPr lang="ko-KR" altLang="en-US" sz="1300" dirty="0">
                <a:latin typeface="나눔"/>
              </a:rPr>
              <a:t>제목 적는 란 </a:t>
            </a:r>
            <a:br>
              <a:rPr lang="en-US" altLang="ko-KR" sz="1300" dirty="0">
                <a:latin typeface="나눔"/>
              </a:rPr>
            </a:br>
            <a:r>
              <a:rPr lang="en-US" altLang="ko-KR" sz="1300" dirty="0" err="1">
                <a:latin typeface="나눔"/>
              </a:rPr>
              <a:t>incident.incident_title</a:t>
            </a:r>
            <a:endParaRPr lang="en-US" altLang="ko-KR" sz="1300" dirty="0">
              <a:latin typeface="나눔"/>
            </a:endParaRPr>
          </a:p>
          <a:p>
            <a:pPr marL="342900" indent="-342900">
              <a:buAutoNum type="arabicPeriod"/>
            </a:pPr>
            <a:endParaRPr lang="en-US" altLang="ko-KR" sz="1300" dirty="0">
              <a:latin typeface="나눔"/>
            </a:endParaRPr>
          </a:p>
          <a:p>
            <a:pPr marL="342900" indent="-342900">
              <a:buAutoNum type="arabicPeriod"/>
            </a:pPr>
            <a:r>
              <a:rPr lang="ko-KR" altLang="en-US" sz="1300" dirty="0">
                <a:latin typeface="나눔"/>
              </a:rPr>
              <a:t>내용 적는 란 </a:t>
            </a:r>
            <a:br>
              <a:rPr lang="en-US" altLang="ko-KR" sz="1300" dirty="0">
                <a:latin typeface="나눔"/>
              </a:rPr>
            </a:br>
            <a:r>
              <a:rPr lang="en-US" altLang="ko-KR" sz="1300" dirty="0" err="1">
                <a:latin typeface="나눔"/>
              </a:rPr>
              <a:t>insident.incident_content</a:t>
            </a:r>
            <a:endParaRPr lang="en-US" altLang="ko-KR" sz="1300" dirty="0">
              <a:latin typeface="나눔"/>
            </a:endParaRPr>
          </a:p>
          <a:p>
            <a:pPr marL="342900" indent="-342900">
              <a:buAutoNum type="arabicPeriod"/>
            </a:pPr>
            <a:endParaRPr lang="en-US" altLang="ko-KR" sz="1300" dirty="0">
              <a:latin typeface="나눔"/>
            </a:endParaRPr>
          </a:p>
          <a:p>
            <a:pPr marL="342900" indent="-342900">
              <a:buAutoNum type="arabicPeriod"/>
            </a:pPr>
            <a:r>
              <a:rPr lang="ko-KR" altLang="en-US" sz="1300" dirty="0">
                <a:latin typeface="나눔"/>
              </a:rPr>
              <a:t>호선 및 </a:t>
            </a:r>
            <a:r>
              <a:rPr lang="ko-KR" altLang="en-US" sz="1300" dirty="0" err="1">
                <a:latin typeface="나눔"/>
              </a:rPr>
              <a:t>인시던트</a:t>
            </a:r>
            <a:r>
              <a:rPr lang="ko-KR" altLang="en-US" sz="1300" dirty="0">
                <a:latin typeface="나눔"/>
              </a:rPr>
              <a:t> 역명 </a:t>
            </a:r>
            <a:r>
              <a:rPr lang="ko-KR" altLang="en-US" sz="1300" dirty="0" err="1">
                <a:latin typeface="나눔"/>
              </a:rPr>
              <a:t>발생역</a:t>
            </a:r>
            <a:r>
              <a:rPr lang="ko-KR" altLang="en-US" sz="1300" dirty="0">
                <a:latin typeface="나눔"/>
              </a:rPr>
              <a:t> 이름</a:t>
            </a:r>
            <a:endParaRPr lang="en-US" altLang="ko-KR" sz="1300" dirty="0">
              <a:latin typeface="나눔"/>
            </a:endParaRPr>
          </a:p>
          <a:p>
            <a:r>
              <a:rPr lang="en-US" altLang="ko-KR" sz="1300" dirty="0" err="1">
                <a:latin typeface="나눔"/>
              </a:rPr>
              <a:t>Incident.Incident_line_name</a:t>
            </a:r>
            <a:r>
              <a:rPr lang="en-US" altLang="ko-KR" sz="1300" dirty="0">
                <a:latin typeface="나눔"/>
              </a:rPr>
              <a:t> : </a:t>
            </a:r>
            <a:r>
              <a:rPr lang="ko-KR" altLang="en-US" sz="1300" dirty="0">
                <a:latin typeface="나눔"/>
              </a:rPr>
              <a:t>호선</a:t>
            </a:r>
            <a:endParaRPr lang="en-US" altLang="ko-KR" sz="1300" dirty="0">
              <a:latin typeface="나눔"/>
            </a:endParaRPr>
          </a:p>
          <a:p>
            <a:r>
              <a:rPr lang="en-US" altLang="ko-KR" sz="1300" dirty="0" err="1">
                <a:latin typeface="나눔"/>
              </a:rPr>
              <a:t>Incident.Incident_station_name</a:t>
            </a:r>
            <a:r>
              <a:rPr lang="en-US" altLang="ko-KR" sz="1300" dirty="0">
                <a:latin typeface="나눔"/>
              </a:rPr>
              <a:t> : </a:t>
            </a:r>
            <a:r>
              <a:rPr lang="ko-KR" altLang="en-US" sz="1300" dirty="0" err="1">
                <a:latin typeface="나눔"/>
              </a:rPr>
              <a:t>발생역</a:t>
            </a:r>
            <a:r>
              <a:rPr lang="ko-KR" altLang="en-US" sz="1300" dirty="0">
                <a:latin typeface="나눔"/>
              </a:rPr>
              <a:t> 이름</a:t>
            </a:r>
            <a:endParaRPr lang="en-US" altLang="ko-KR" sz="1300" dirty="0">
              <a:latin typeface="나눔"/>
            </a:endParaRPr>
          </a:p>
          <a:p>
            <a:endParaRPr lang="en-US" altLang="ko-KR" sz="1300" dirty="0">
              <a:latin typeface="나눔"/>
            </a:endParaRPr>
          </a:p>
          <a:p>
            <a:r>
              <a:rPr lang="en-US" altLang="ko-KR" sz="1300" dirty="0">
                <a:latin typeface="나눔"/>
              </a:rPr>
              <a:t>4. Create </a:t>
            </a:r>
            <a:r>
              <a:rPr lang="ko-KR" altLang="en-US" sz="1300" dirty="0">
                <a:latin typeface="나눔"/>
              </a:rPr>
              <a:t>글 쓰기</a:t>
            </a:r>
            <a:r>
              <a:rPr lang="en-US" altLang="ko-KR" sz="1300" dirty="0">
                <a:latin typeface="나눔"/>
              </a:rPr>
              <a:t>. </a:t>
            </a:r>
          </a:p>
        </p:txBody>
      </p:sp>
      <p:sp>
        <p:nvSpPr>
          <p:cNvPr id="10" name="십각형 9">
            <a:extLst>
              <a:ext uri="{FF2B5EF4-FFF2-40B4-BE49-F238E27FC236}">
                <a16:creationId xmlns:a16="http://schemas.microsoft.com/office/drawing/2014/main" id="{51215E11-6484-2C43-1B10-93B982A58EBE}"/>
              </a:ext>
            </a:extLst>
          </p:cNvPr>
          <p:cNvSpPr/>
          <p:nvPr/>
        </p:nvSpPr>
        <p:spPr>
          <a:xfrm>
            <a:off x="1415480" y="2492896"/>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2</a:t>
            </a:r>
            <a:endParaRPr lang="ko-KR" altLang="en-US" dirty="0"/>
          </a:p>
        </p:txBody>
      </p:sp>
      <p:sp>
        <p:nvSpPr>
          <p:cNvPr id="18" name="십각형 17">
            <a:extLst>
              <a:ext uri="{FF2B5EF4-FFF2-40B4-BE49-F238E27FC236}">
                <a16:creationId xmlns:a16="http://schemas.microsoft.com/office/drawing/2014/main" id="{A0554B63-4248-3FD6-6E16-F5552EDD4153}"/>
              </a:ext>
            </a:extLst>
          </p:cNvPr>
          <p:cNvSpPr/>
          <p:nvPr/>
        </p:nvSpPr>
        <p:spPr>
          <a:xfrm>
            <a:off x="7032104" y="1707087"/>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3</a:t>
            </a:r>
            <a:endParaRPr lang="ko-KR" altLang="en-US" dirty="0"/>
          </a:p>
        </p:txBody>
      </p:sp>
      <p:sp>
        <p:nvSpPr>
          <p:cNvPr id="20" name="십각형 19">
            <a:extLst>
              <a:ext uri="{FF2B5EF4-FFF2-40B4-BE49-F238E27FC236}">
                <a16:creationId xmlns:a16="http://schemas.microsoft.com/office/drawing/2014/main" id="{A288F369-9F80-0111-E869-7A3858572EEA}"/>
              </a:ext>
            </a:extLst>
          </p:cNvPr>
          <p:cNvSpPr/>
          <p:nvPr/>
        </p:nvSpPr>
        <p:spPr>
          <a:xfrm>
            <a:off x="6435740" y="4449466"/>
            <a:ext cx="216024" cy="175459"/>
          </a:xfrm>
          <a:prstGeom prst="dec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dirty="0"/>
              <a:t>4</a:t>
            </a:r>
            <a:endParaRPr lang="ko-KR" altLang="en-US" dirty="0"/>
          </a:p>
        </p:txBody>
      </p:sp>
    </p:spTree>
    <p:extLst>
      <p:ext uri="{BB962C8B-B14F-4D97-AF65-F5344CB8AC3E}">
        <p14:creationId xmlns:p14="http://schemas.microsoft.com/office/powerpoint/2010/main" val="1500891582"/>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3317</TotalTime>
  <Words>139</Words>
  <Application>Microsoft Office PowerPoint</Application>
  <PresentationFormat>와이드스크린</PresentationFormat>
  <Paragraphs>37</Paragraphs>
  <Slides>3</Slides>
  <Notes>0</Notes>
  <HiddenSlides>0</HiddenSlides>
  <MMClips>0</MMClips>
  <ScaleCrop>false</ScaleCrop>
  <HeadingPairs>
    <vt:vector size="6" baseType="variant">
      <vt:variant>
        <vt:lpstr>사용한 글꼴</vt:lpstr>
      </vt:variant>
      <vt:variant>
        <vt:i4>7</vt:i4>
      </vt:variant>
      <vt:variant>
        <vt:lpstr>테마</vt:lpstr>
      </vt:variant>
      <vt:variant>
        <vt:i4>1</vt:i4>
      </vt:variant>
      <vt:variant>
        <vt:lpstr>슬라이드 제목</vt:lpstr>
      </vt:variant>
      <vt:variant>
        <vt:i4>3</vt:i4>
      </vt:variant>
    </vt:vector>
  </HeadingPairs>
  <TitlesOfParts>
    <vt:vector size="11" baseType="lpstr">
      <vt:lpstr>Noto Sans CJK KR Bold</vt:lpstr>
      <vt:lpstr>Noto Sans CJK KR Light</vt:lpstr>
      <vt:lpstr>나눔</vt:lpstr>
      <vt:lpstr>맑은 고딕</vt:lpstr>
      <vt:lpstr>맑은 고딕</vt:lpstr>
      <vt:lpstr>산돌고딕 L</vt:lpstr>
      <vt:lpstr>Arial</vt:lpstr>
      <vt:lpstr>Office 테마</vt:lpstr>
      <vt:lpstr>Document History</vt:lpstr>
      <vt:lpstr>SAP(Subway Amenities Project) 장애/이슈 </vt:lpstr>
      <vt:lpstr>SAP(Subway Amenities Project) 장애/이슈 글쓰기</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yamestyle.com</dc:creator>
  <cp:keywords>야메군</cp:keywords>
  <dc:description>본 문서는 공개 배포용으로 작성된 양식으로 저작권 없이 마음껏 사용하실 수 있습니다.</dc:description>
  <cp:lastModifiedBy>User</cp:lastModifiedBy>
  <cp:revision>112</cp:revision>
  <cp:lastPrinted>2019-05-29T05:54:36Z</cp:lastPrinted>
  <dcterms:created xsi:type="dcterms:W3CDTF">2019-03-11T07:43:12Z</dcterms:created>
  <dcterms:modified xsi:type="dcterms:W3CDTF">2026-01-27T09:04:08Z</dcterms:modified>
</cp:coreProperties>
</file>