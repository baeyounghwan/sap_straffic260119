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26.png" Type="http://schemas.openxmlformats.org/officeDocument/2006/relationships/image"/><Relationship Id="rId23" Target="../media/image20.png" Type="http://schemas.openxmlformats.org/officeDocument/2006/relationships/image"/><Relationship Id="rId24" Target="../media/image27.png" Type="http://schemas.openxmlformats.org/officeDocument/2006/relationships/image"/><Relationship Id="rId25" Target="../media/image28.png" Type="http://schemas.openxmlformats.org/officeDocument/2006/relationships/image"/><Relationship Id="rId26" Target="../media/image29.png" Type="http://schemas.openxmlformats.org/officeDocument/2006/relationships/image"/><Relationship Id="rId27" Target="../media/image30.png" Type="http://schemas.openxmlformats.org/officeDocument/2006/relationships/image"/><Relationship Id="rId28" Target="../media/image31.png" Type="http://schemas.openxmlformats.org/officeDocument/2006/relationships/image"/><Relationship Id="rId29" Target="../media/image32.png" Type="http://schemas.openxmlformats.org/officeDocument/2006/relationships/image"/><Relationship Id="rId3" Target="../media/image2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3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4.png" Type="http://schemas.openxmlformats.org/officeDocument/2006/relationships/image"/><Relationship Id="rId50" Target="../media/image53.png" Type="http://schemas.openxmlformats.org/officeDocument/2006/relationships/image"/><Relationship Id="rId51" Target="../media/image54.png" Type="http://schemas.openxmlformats.org/officeDocument/2006/relationships/image"/><Relationship Id="rId52" Target="../media/image55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26.png" Type="http://schemas.openxmlformats.org/officeDocument/2006/relationships/image"/><Relationship Id="rId23" Target="../media/image20.png" Type="http://schemas.openxmlformats.org/officeDocument/2006/relationships/image"/><Relationship Id="rId24" Target="../media/image27.png" Type="http://schemas.openxmlformats.org/officeDocument/2006/relationships/image"/><Relationship Id="rId25" Target="../media/image29.png" Type="http://schemas.openxmlformats.org/officeDocument/2006/relationships/image"/><Relationship Id="rId26" Target="../media/image30.png" Type="http://schemas.openxmlformats.org/officeDocument/2006/relationships/image"/><Relationship Id="rId27" Target="../media/image31.png" Type="http://schemas.openxmlformats.org/officeDocument/2006/relationships/image"/><Relationship Id="rId28" Target="../media/image32.png" Type="http://schemas.openxmlformats.org/officeDocument/2006/relationships/image"/><Relationship Id="rId29" Target="../media/image33.png" Type="http://schemas.openxmlformats.org/officeDocument/2006/relationships/image"/><Relationship Id="rId3" Target="../media/image2.png" Type="http://schemas.openxmlformats.org/officeDocument/2006/relationships/image"/><Relationship Id="rId30" Target="../media/image34.png" Type="http://schemas.openxmlformats.org/officeDocument/2006/relationships/image"/><Relationship Id="rId31" Target="../media/image35.png" Type="http://schemas.openxmlformats.org/officeDocument/2006/relationships/image"/><Relationship Id="rId32" Target="../media/image36.png" Type="http://schemas.openxmlformats.org/officeDocument/2006/relationships/image"/><Relationship Id="rId33" Target="../media/image37.png" Type="http://schemas.openxmlformats.org/officeDocument/2006/relationships/image"/><Relationship Id="rId34" Target="../media/image38.png" Type="http://schemas.openxmlformats.org/officeDocument/2006/relationships/image"/><Relationship Id="rId35" Target="../media/image39.png" Type="http://schemas.openxmlformats.org/officeDocument/2006/relationships/image"/><Relationship Id="rId36" Target="../media/image40.png" Type="http://schemas.openxmlformats.org/officeDocument/2006/relationships/image"/><Relationship Id="rId37" Target="../media/image41.png" Type="http://schemas.openxmlformats.org/officeDocument/2006/relationships/image"/><Relationship Id="rId38" Target="../media/image56.png" Type="http://schemas.openxmlformats.org/officeDocument/2006/relationships/image"/><Relationship Id="rId39" Target="../media/image57.png" Type="http://schemas.openxmlformats.org/officeDocument/2006/relationships/image"/><Relationship Id="rId4" Target="../media/image3.png" Type="http://schemas.openxmlformats.org/officeDocument/2006/relationships/image"/><Relationship Id="rId40" Target="../media/image58.png" Type="http://schemas.openxmlformats.org/officeDocument/2006/relationships/image"/><Relationship Id="rId41" Target="../media/image59.png" Type="http://schemas.openxmlformats.org/officeDocument/2006/relationships/image"/><Relationship Id="rId42" Target="../media/image60.png" Type="http://schemas.openxmlformats.org/officeDocument/2006/relationships/image"/><Relationship Id="rId43" Target="../media/image61.png" Type="http://schemas.openxmlformats.org/officeDocument/2006/relationships/image"/><Relationship Id="rId44" Target="../media/image43.png" Type="http://schemas.openxmlformats.org/officeDocument/2006/relationships/image"/><Relationship Id="rId45" Target="../media/image45.png" Type="http://schemas.openxmlformats.org/officeDocument/2006/relationships/image"/><Relationship Id="rId46" Target="../media/image47.png" Type="http://schemas.openxmlformats.org/officeDocument/2006/relationships/image"/><Relationship Id="rId47" Target="../media/image62.png" Type="http://schemas.openxmlformats.org/officeDocument/2006/relationships/image"/><Relationship Id="rId48" Target="../media/image63.png" Type="http://schemas.openxmlformats.org/officeDocument/2006/relationships/image"/><Relationship Id="rId49" Target="../media/image49.png" Type="http://schemas.openxmlformats.org/officeDocument/2006/relationships/image"/><Relationship Id="rId5" Target="../media/image4.png" Type="http://schemas.openxmlformats.org/officeDocument/2006/relationships/image"/><Relationship Id="rId50" Target="../media/image64.png" Type="http://schemas.openxmlformats.org/officeDocument/2006/relationships/image"/><Relationship Id="rId51" Target="../media/image65.png" Type="http://schemas.openxmlformats.org/officeDocument/2006/relationships/image"/><Relationship Id="rId52" Target="../media/image51.png" Type="http://schemas.openxmlformats.org/officeDocument/2006/relationships/image"/><Relationship Id="rId53" Target="../media/image66.png" Type="http://schemas.openxmlformats.org/officeDocument/2006/relationships/image"/><Relationship Id="rId54" Target="../media/image67.png" Type="http://schemas.openxmlformats.org/officeDocument/2006/relationships/image"/><Relationship Id="rId55" Target="../media/image68.png" Type="http://schemas.openxmlformats.org/officeDocument/2006/relationships/image"/><Relationship Id="rId56" Target="../media/image52.png" Type="http://schemas.openxmlformats.org/officeDocument/2006/relationships/image"/><Relationship Id="rId57" Target="../media/image53.png" Type="http://schemas.openxmlformats.org/officeDocument/2006/relationships/image"/><Relationship Id="rId58" Target="../media/image54.png" Type="http://schemas.openxmlformats.org/officeDocument/2006/relationships/image"/><Relationship Id="rId59" Target="../media/image55.png" Type="http://schemas.openxmlformats.org/officeDocument/2006/relationships/image"/><Relationship Id="rId6" Target="../media/image5.png" Type="http://schemas.openxmlformats.org/officeDocument/2006/relationships/image"/><Relationship Id="rId60" Target="../media/image69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5842000" y="-101600"/>
            <a:ext cx="30695900" cy="126492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1" id="31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565400" y="1333500"/>
            <a:ext cx="6210300" cy="175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83000" y="-9144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84300" y="26035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20800"/>
            <a:ext cx="7251700" cy="10668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2192000" y="3543300"/>
            <a:ext cx="5029200" cy="6350000"/>
          </a:xfrm>
          <a:prstGeom prst="rect">
            <a:avLst/>
          </a:prstGeom>
        </p:spPr>
      </p:pic>
      <p:grpSp>
        <p:nvGrpSpPr>
          <p:cNvPr name="Group 42" id="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3683000" y="8509000"/>
            <a:ext cx="7366000" cy="787400"/>
          </a:xfrm>
          <a:prstGeom prst="rect">
            <a:avLst/>
          </a:prstGeom>
        </p:spPr>
      </p:pic>
      <p:grpSp>
        <p:nvGrpSpPr>
          <p:cNvPr name="Group 46" id="4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7" id="47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3683000" y="3670300"/>
            <a:ext cx="7366000" cy="9779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grpSp>
        <p:nvGrpSpPr>
          <p:cNvPr name="Group 58" id="5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9" id="5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92300" y="5918200"/>
            <a:ext cx="1828800" cy="12700"/>
          </a:xfrm>
          <a:prstGeom prst="rect">
            <a:avLst/>
          </a:prstGeom>
        </p:spPr>
      </p:pic>
      <p:grpSp>
        <p:nvGrpSpPr>
          <p:cNvPr name="Group 60" id="6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1" id="61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7162800" y="3111500"/>
            <a:ext cx="3314700" cy="7112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3810000" y="8661400"/>
            <a:ext cx="4140200" cy="533400"/>
          </a:xfrm>
          <a:prstGeom prst="rect">
            <a:avLst/>
          </a:prstGeom>
        </p:spPr>
      </p:pic>
      <p:grpSp>
        <p:nvGrpSpPr>
          <p:cNvPr name="Group 64" id="6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5" id="6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8877300" y="3797300"/>
            <a:ext cx="2057400" cy="711200"/>
          </a:xfrm>
          <a:prstGeom prst="rect">
            <a:avLst/>
          </a:prstGeom>
        </p:spPr>
      </p:pic>
      <p:grpSp>
        <p:nvGrpSpPr>
          <p:cNvPr name="Group 66" id="6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7" id="6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3683000" y="4622800"/>
            <a:ext cx="7366000" cy="38735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3886200" y="5384800"/>
            <a:ext cx="2819400" cy="34290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3797300" y="4775200"/>
            <a:ext cx="7150100" cy="5080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9626600" y="5232400"/>
            <a:ext cx="10566400" cy="49403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3822700" y="4724400"/>
            <a:ext cx="1422400" cy="7112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3708400" y="5270500"/>
            <a:ext cx="1447800" cy="698500"/>
          </a:xfrm>
          <a:prstGeom prst="rect">
            <a:avLst/>
          </a:prstGeom>
        </p:spPr>
      </p:pic>
      <p:grpSp>
        <p:nvGrpSpPr>
          <p:cNvPr name="Group 74" id="7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5" id="75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9855200" y="4876800"/>
            <a:ext cx="800100" cy="3302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0058400" y="4864100"/>
            <a:ext cx="444500" cy="406400"/>
          </a:xfrm>
          <a:prstGeom prst="rect">
            <a:avLst/>
          </a:prstGeom>
        </p:spPr>
      </p:pic>
      <p:grpSp>
        <p:nvGrpSpPr>
          <p:cNvPr name="Group 77" id="7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8" id="78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3327400" y="4483100"/>
            <a:ext cx="482600" cy="4826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3314700" y="4470400"/>
            <a:ext cx="736600" cy="749300"/>
          </a:xfrm>
          <a:prstGeom prst="rect">
            <a:avLst/>
          </a:prstGeom>
        </p:spPr>
      </p:pic>
      <p:grpSp>
        <p:nvGrpSpPr>
          <p:cNvPr name="Group 80" id="8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1" id="81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9525000" y="4483100"/>
            <a:ext cx="482600" cy="4826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9512300" y="4457700"/>
            <a:ext cx="749300" cy="749300"/>
          </a:xfrm>
          <a:prstGeom prst="rect">
            <a:avLst/>
          </a:prstGeom>
        </p:spPr>
      </p:pic>
      <p:grpSp>
        <p:nvGrpSpPr>
          <p:cNvPr name="Group 83" id="8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4" id="84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3314700" y="5143500"/>
            <a:ext cx="482600" cy="482600"/>
          </a:xfrm>
          <a:prstGeom prst="rect">
            <a:avLst/>
          </a:prstGeom>
        </p:spPr>
      </p:pic>
      <p:pic>
        <p:nvPicPr>
          <p:cNvPr name="Picture 85" id="85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3314700" y="5118100"/>
            <a:ext cx="711200" cy="762000"/>
          </a:xfrm>
          <a:prstGeom prst="rect">
            <a:avLst/>
          </a:prstGeom>
        </p:spPr>
      </p:pic>
      <p:grpSp>
        <p:nvGrpSpPr>
          <p:cNvPr name="Group 86" id="8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7" id="8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3314700" y="5791200"/>
            <a:ext cx="482600" cy="482600"/>
          </a:xfrm>
          <a:prstGeom prst="rect">
            <a:avLst/>
          </a:prstGeom>
        </p:spPr>
      </p:pic>
      <p:pic>
        <p:nvPicPr>
          <p:cNvPr name="Picture 88" id="88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3314700" y="5778500"/>
            <a:ext cx="685800" cy="1320800"/>
          </a:xfrm>
          <a:prstGeom prst="rect">
            <a:avLst/>
          </a:prstGeom>
        </p:spPr>
      </p:pic>
      <p:grpSp>
        <p:nvGrpSpPr>
          <p:cNvPr name="Group 89" id="8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0" id="90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91" id="91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83000" y="-9144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84300" y="26035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20800"/>
            <a:ext cx="7251700" cy="1066800"/>
          </a:xfrm>
          <a:prstGeom prst="rect">
            <a:avLst/>
          </a:prstGeom>
        </p:spPr>
      </p:pic>
      <p:grpSp>
        <p:nvGrpSpPr>
          <p:cNvPr name="Group 41" id="4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2" id="42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683000" y="8509000"/>
            <a:ext cx="7366000" cy="787400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6" id="4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47" id="4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8" id="4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49" id="4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0" id="5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51" id="51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53" id="5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4" id="54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683000" y="3670300"/>
            <a:ext cx="7366000" cy="9779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892300" y="5918200"/>
            <a:ext cx="1828800" cy="12700"/>
          </a:xfrm>
          <a:prstGeom prst="rect">
            <a:avLst/>
          </a:prstGeom>
        </p:spPr>
      </p:pic>
      <p:grpSp>
        <p:nvGrpSpPr>
          <p:cNvPr name="Group 59" id="5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0" id="6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7162800" y="3111500"/>
            <a:ext cx="3314700" cy="7112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3810000" y="8661400"/>
            <a:ext cx="4140200" cy="533400"/>
          </a:xfrm>
          <a:prstGeom prst="rect">
            <a:avLst/>
          </a:prstGeom>
        </p:spPr>
      </p:pic>
      <p:grpSp>
        <p:nvGrpSpPr>
          <p:cNvPr name="Group 63" id="6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4" id="64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8877300" y="3797300"/>
            <a:ext cx="2057400" cy="711200"/>
          </a:xfrm>
          <a:prstGeom prst="rect">
            <a:avLst/>
          </a:prstGeom>
        </p:spPr>
      </p:pic>
      <p:grpSp>
        <p:nvGrpSpPr>
          <p:cNvPr name="Group 65" id="6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6" id="6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3683000" y="4622800"/>
            <a:ext cx="7366000" cy="38735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3937000" y="5435600"/>
            <a:ext cx="2921000" cy="34290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4711700" y="5867400"/>
            <a:ext cx="571500" cy="2794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4533900" y="6248400"/>
            <a:ext cx="901700" cy="2794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4648200" y="6604000"/>
            <a:ext cx="635000" cy="2794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4902200" y="7023100"/>
            <a:ext cx="1866900" cy="2794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4140200" y="8153400"/>
            <a:ext cx="673100" cy="2794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4140200" y="7772400"/>
            <a:ext cx="673100" cy="2794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3797300" y="4775200"/>
            <a:ext cx="7150100" cy="5080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3822700" y="4724400"/>
            <a:ext cx="1422400" cy="711200"/>
          </a:xfrm>
          <a:prstGeom prst="rect">
            <a:avLst/>
          </a:prstGeom>
        </p:spPr>
      </p:pic>
      <p:grpSp>
        <p:nvGrpSpPr>
          <p:cNvPr name="Group 77" id="7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8" id="78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9855200" y="4876800"/>
            <a:ext cx="800100" cy="3302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0058400" y="4864100"/>
            <a:ext cx="457200" cy="4064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3708400" y="5270500"/>
            <a:ext cx="1943100" cy="698500"/>
          </a:xfrm>
          <a:prstGeom prst="rect">
            <a:avLst/>
          </a:prstGeom>
        </p:spPr>
      </p:pic>
      <p:grpSp>
        <p:nvGrpSpPr>
          <p:cNvPr name="Group 81" id="8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2" id="82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9525000" y="4546600"/>
            <a:ext cx="482600" cy="4826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9525000" y="4533900"/>
            <a:ext cx="685800" cy="1320800"/>
          </a:xfrm>
          <a:prstGeom prst="rect">
            <a:avLst/>
          </a:prstGeom>
        </p:spPr>
      </p:pic>
      <p:grpSp>
        <p:nvGrpSpPr>
          <p:cNvPr name="Group 84" id="8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5" id="85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5448300" y="5092700"/>
            <a:ext cx="482600" cy="482600"/>
          </a:xfrm>
          <a:prstGeom prst="rect">
            <a:avLst/>
          </a:prstGeom>
        </p:spPr>
      </p:pic>
      <p:pic>
        <p:nvPicPr>
          <p:cNvPr name="Picture 86" id="86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5410200" y="5067300"/>
            <a:ext cx="749300" cy="749300"/>
          </a:xfrm>
          <a:prstGeom prst="rect">
            <a:avLst/>
          </a:prstGeom>
        </p:spPr>
      </p:pic>
      <p:grpSp>
        <p:nvGrpSpPr>
          <p:cNvPr name="Group 87" id="8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8" id="8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5219700" y="6096000"/>
            <a:ext cx="1689100" cy="596900"/>
          </a:xfrm>
          <a:prstGeom prst="rect">
            <a:avLst/>
          </a:prstGeom>
        </p:spPr>
      </p:pic>
      <p:pic>
        <p:nvPicPr>
          <p:cNvPr name="Picture 90" id="90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5626100" y="6223000"/>
            <a:ext cx="838200" cy="304800"/>
          </a:xfrm>
          <a:prstGeom prst="rect">
            <a:avLst/>
          </a:prstGeom>
        </p:spPr>
      </p:pic>
      <p:pic>
        <p:nvPicPr>
          <p:cNvPr name="Picture 91" id="91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5638800" y="6146800"/>
            <a:ext cx="889000" cy="546100"/>
          </a:xfrm>
          <a:prstGeom prst="rect">
            <a:avLst/>
          </a:prstGeom>
        </p:spPr>
      </p:pic>
      <p:grpSp>
        <p:nvGrpSpPr>
          <p:cNvPr name="Group 92" id="9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3" id="93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3479800" y="5626100"/>
            <a:ext cx="482600" cy="482600"/>
          </a:xfrm>
          <a:prstGeom prst="rect">
            <a:avLst/>
          </a:prstGeom>
        </p:spPr>
      </p:pic>
      <p:pic>
        <p:nvPicPr>
          <p:cNvPr name="Picture 94" id="94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3479800" y="5600700"/>
            <a:ext cx="711200" cy="762000"/>
          </a:xfrm>
          <a:prstGeom prst="rect">
            <a:avLst/>
          </a:prstGeom>
        </p:spPr>
      </p:pic>
      <p:grpSp>
        <p:nvGrpSpPr>
          <p:cNvPr name="Group 95" id="9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6" id="96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6464300" y="5867400"/>
            <a:ext cx="482600" cy="482600"/>
          </a:xfrm>
          <a:prstGeom prst="rect">
            <a:avLst/>
          </a:prstGeom>
        </p:spPr>
      </p:pic>
      <p:pic>
        <p:nvPicPr>
          <p:cNvPr name="Picture 97" id="97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6451600" y="5854700"/>
            <a:ext cx="685800" cy="1320800"/>
          </a:xfrm>
          <a:prstGeom prst="rect">
            <a:avLst/>
          </a:prstGeom>
        </p:spPr>
      </p:pic>
      <p:grpSp>
        <p:nvGrpSpPr>
          <p:cNvPr name="Group 98" id="9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9" id="99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100" id="100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  <p:pic>
        <p:nvPicPr>
          <p:cNvPr name="Picture 101" id="101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2192000" y="3441700"/>
            <a:ext cx="5638800" cy="6362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