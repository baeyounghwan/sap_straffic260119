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22" Target="../media/image31.png" Type="http://schemas.openxmlformats.org/officeDocument/2006/relationships/image"/><Relationship Id="rId23" Target="../media/image14.png" Type="http://schemas.openxmlformats.org/officeDocument/2006/relationships/image"/><Relationship Id="rId24" Target="../media/image15.png" Type="http://schemas.openxmlformats.org/officeDocument/2006/relationships/image"/><Relationship Id="rId25" Target="../media/image16.png" Type="http://schemas.openxmlformats.org/officeDocument/2006/relationships/image"/><Relationship Id="rId26" Target="../media/image17.png" Type="http://schemas.openxmlformats.org/officeDocument/2006/relationships/image"/><Relationship Id="rId27" Target="../media/image18.png" Type="http://schemas.openxmlformats.org/officeDocument/2006/relationships/image"/><Relationship Id="rId28" Target="../media/image32.png" Type="http://schemas.openxmlformats.org/officeDocument/2006/relationships/image"/><Relationship Id="rId29" Target="../media/image20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66" Target="../media/image69.png" Type="http://schemas.openxmlformats.org/officeDocument/2006/relationships/image"/><Relationship Id="rId67" Target="../media/image70.png" Type="http://schemas.openxmlformats.org/officeDocument/2006/relationships/image"/><Relationship Id="rId68" Target="../media/image71.png" Type="http://schemas.openxmlformats.org/officeDocument/2006/relationships/image"/><Relationship Id="rId69" Target="../media/image72.png" Type="http://schemas.openxmlformats.org/officeDocument/2006/relationships/image"/><Relationship Id="rId7" Target="../media/image6.png" Type="http://schemas.openxmlformats.org/officeDocument/2006/relationships/image"/><Relationship Id="rId70" Target="../media/image73.png" Type="http://schemas.openxmlformats.org/officeDocument/2006/relationships/image"/><Relationship Id="rId71" Target="../media/image74.png" Type="http://schemas.openxmlformats.org/officeDocument/2006/relationships/image"/><Relationship Id="rId72" Target="../media/image75.png" Type="http://schemas.openxmlformats.org/officeDocument/2006/relationships/image"/><Relationship Id="rId73" Target="../media/image7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32.png" Type="http://schemas.openxmlformats.org/officeDocument/2006/relationships/image"/><Relationship Id="rId23" Target="../media/image20.png" Type="http://schemas.openxmlformats.org/officeDocument/2006/relationships/image"/><Relationship Id="rId24" Target="../media/image33.png" Type="http://schemas.openxmlformats.org/officeDocument/2006/relationships/image"/><Relationship Id="rId25" Target="../media/image77.png" Type="http://schemas.openxmlformats.org/officeDocument/2006/relationships/image"/><Relationship Id="rId26" Target="../media/image78.png" Type="http://schemas.openxmlformats.org/officeDocument/2006/relationships/image"/><Relationship Id="rId27" Target="../media/image79.png" Type="http://schemas.openxmlformats.org/officeDocument/2006/relationships/image"/><Relationship Id="rId28" Target="../media/image80.png" Type="http://schemas.openxmlformats.org/officeDocument/2006/relationships/image"/><Relationship Id="rId29" Target="../media/image81.png" Type="http://schemas.openxmlformats.org/officeDocument/2006/relationships/image"/><Relationship Id="rId3" Target="../media/image2.png" Type="http://schemas.openxmlformats.org/officeDocument/2006/relationships/image"/><Relationship Id="rId30" Target="../media/image82.png" Type="http://schemas.openxmlformats.org/officeDocument/2006/relationships/image"/><Relationship Id="rId31" Target="../media/image83.png" Type="http://schemas.openxmlformats.org/officeDocument/2006/relationships/image"/><Relationship Id="rId32" Target="../media/image84.png" Type="http://schemas.openxmlformats.org/officeDocument/2006/relationships/image"/><Relationship Id="rId33" Target="../media/image85.png" Type="http://schemas.openxmlformats.org/officeDocument/2006/relationships/image"/><Relationship Id="rId34" Target="../media/image86.png" Type="http://schemas.openxmlformats.org/officeDocument/2006/relationships/image"/><Relationship Id="rId35" Target="../media/image87.png" Type="http://schemas.openxmlformats.org/officeDocument/2006/relationships/image"/><Relationship Id="rId36" Target="../media/image88.png" Type="http://schemas.openxmlformats.org/officeDocument/2006/relationships/image"/><Relationship Id="rId37" Target="../media/image89.png" Type="http://schemas.openxmlformats.org/officeDocument/2006/relationships/image"/><Relationship Id="rId38" Target="../media/image90.png" Type="http://schemas.openxmlformats.org/officeDocument/2006/relationships/image"/><Relationship Id="rId39" Target="../media/image91.png" Type="http://schemas.openxmlformats.org/officeDocument/2006/relationships/image"/><Relationship Id="rId4" Target="../media/image3.png" Type="http://schemas.openxmlformats.org/officeDocument/2006/relationships/image"/><Relationship Id="rId40" Target="../media/image92.png" Type="http://schemas.openxmlformats.org/officeDocument/2006/relationships/image"/><Relationship Id="rId41" Target="../media/image93.png" Type="http://schemas.openxmlformats.org/officeDocument/2006/relationships/image"/><Relationship Id="rId42" Target="../media/image94.png" Type="http://schemas.openxmlformats.org/officeDocument/2006/relationships/image"/><Relationship Id="rId43" Target="../media/image47.png" Type="http://schemas.openxmlformats.org/officeDocument/2006/relationships/image"/><Relationship Id="rId44" Target="../media/image95.png" Type="http://schemas.openxmlformats.org/officeDocument/2006/relationships/image"/><Relationship Id="rId45" Target="../media/image96.png" Type="http://schemas.openxmlformats.org/officeDocument/2006/relationships/image"/><Relationship Id="rId46" Target="../media/image97.png" Type="http://schemas.openxmlformats.org/officeDocument/2006/relationships/image"/><Relationship Id="rId47" Target="../media/image98.png" Type="http://schemas.openxmlformats.org/officeDocument/2006/relationships/image"/><Relationship Id="rId48" Target="../media/image99.png" Type="http://schemas.openxmlformats.org/officeDocument/2006/relationships/image"/><Relationship Id="rId49" Target="../media/image100.png" Type="http://schemas.openxmlformats.org/officeDocument/2006/relationships/image"/><Relationship Id="rId5" Target="../media/image4.png" Type="http://schemas.openxmlformats.org/officeDocument/2006/relationships/image"/><Relationship Id="rId50" Target="../media/image101.png" Type="http://schemas.openxmlformats.org/officeDocument/2006/relationships/image"/><Relationship Id="rId51" Target="../media/image70.png" Type="http://schemas.openxmlformats.org/officeDocument/2006/relationships/image"/><Relationship Id="rId52" Target="../media/image71.png" Type="http://schemas.openxmlformats.org/officeDocument/2006/relationships/image"/><Relationship Id="rId53" Target="../media/image102.png" Type="http://schemas.openxmlformats.org/officeDocument/2006/relationships/image"/><Relationship Id="rId54" Target="../media/image62.png" Type="http://schemas.openxmlformats.org/officeDocument/2006/relationships/image"/><Relationship Id="rId55" Target="../media/image63.png" Type="http://schemas.openxmlformats.org/officeDocument/2006/relationships/image"/><Relationship Id="rId56" Target="../media/image65.png" Type="http://schemas.openxmlformats.org/officeDocument/2006/relationships/image"/><Relationship Id="rId57" Target="../media/image66.png" Type="http://schemas.openxmlformats.org/officeDocument/2006/relationships/image"/><Relationship Id="rId58" Target="../media/image67.png" Type="http://schemas.openxmlformats.org/officeDocument/2006/relationships/image"/><Relationship Id="rId59" Target="../media/image64.png" Type="http://schemas.openxmlformats.org/officeDocument/2006/relationships/image"/><Relationship Id="rId6" Target="../media/image5.png" Type="http://schemas.openxmlformats.org/officeDocument/2006/relationships/image"/><Relationship Id="rId60" Target="../media/image103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04.png" Type="http://schemas.openxmlformats.org/officeDocument/2006/relationships/image"/><Relationship Id="rId2" Target="../media/image1.png" Type="http://schemas.openxmlformats.org/officeDocument/2006/relationships/image"/><Relationship Id="rId20" Target="../media/image20.png" Type="http://schemas.openxmlformats.org/officeDocument/2006/relationships/image"/><Relationship Id="rId21" Target="../media/image105.png" Type="http://schemas.openxmlformats.org/officeDocument/2006/relationships/image"/><Relationship Id="rId22" Target="../media/image106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44900" y="-9525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25654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79600" y="5283200"/>
            <a:ext cx="1803400" cy="6350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40" id="4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1" id="4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49" id="49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642100" y="1333500"/>
            <a:ext cx="9131300" cy="10414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17500" y="4953000"/>
            <a:ext cx="13944600" cy="3683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797300" y="4737100"/>
            <a:ext cx="7150100" cy="1104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232400" y="5257800"/>
            <a:ext cx="203200" cy="2032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435600" y="5181600"/>
            <a:ext cx="838200" cy="406400"/>
          </a:xfrm>
          <a:prstGeom prst="rect">
            <a:avLst/>
          </a:prstGeom>
        </p:spPr>
      </p:pic>
      <p:grpSp>
        <p:nvGrpSpPr>
          <p:cNvPr name="Group 65" id="6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6" id="66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7302500" y="5257800"/>
            <a:ext cx="190500" cy="190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7505700" y="5194300"/>
            <a:ext cx="1028700" cy="3937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248400" y="5257800"/>
            <a:ext cx="190500" cy="190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451600" y="5194300"/>
            <a:ext cx="889000" cy="3937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241800" y="5207000"/>
            <a:ext cx="889000" cy="3937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496300" y="5257800"/>
            <a:ext cx="190500" cy="190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8699500" y="5181600"/>
            <a:ext cx="1104900" cy="4064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4038600" y="5486400"/>
            <a:ext cx="190500" cy="1905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7315200" y="5473700"/>
            <a:ext cx="203200" cy="2032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038600" y="5257800"/>
            <a:ext cx="203200" cy="203200"/>
          </a:xfrm>
          <a:prstGeom prst="rect">
            <a:avLst/>
          </a:prstGeom>
        </p:spPr>
      </p:pic>
      <p:grpSp>
        <p:nvGrpSpPr>
          <p:cNvPr name="Group 78" id="7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9" id="7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3759200"/>
            <a:ext cx="5486400" cy="127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1" id="8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4533900"/>
            <a:ext cx="5486400" cy="127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5359400"/>
            <a:ext cx="5486400" cy="127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7226300"/>
            <a:ext cx="5486400" cy="1270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8039100"/>
            <a:ext cx="5486400" cy="127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8851900"/>
            <a:ext cx="5486400" cy="127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3810000" y="7835900"/>
            <a:ext cx="7035800" cy="1905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5400000">
            <a:off x="10020300" y="6705600"/>
            <a:ext cx="1828800" cy="19050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9334500"/>
            <a:ext cx="5486400" cy="127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4241800" y="5422900"/>
            <a:ext cx="1028700" cy="3937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5232400" y="5486400"/>
            <a:ext cx="190500" cy="1905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435600" y="5422900"/>
            <a:ext cx="876300" cy="3937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261100" y="5486400"/>
            <a:ext cx="190500" cy="1905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464300" y="5422900"/>
            <a:ext cx="762000" cy="3937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7518400" y="5422900"/>
            <a:ext cx="876300" cy="6096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496300" y="5486400"/>
            <a:ext cx="190500" cy="1905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8699500" y="5422900"/>
            <a:ext cx="889000" cy="393700"/>
          </a:xfrm>
          <a:prstGeom prst="rect">
            <a:avLst/>
          </a:prstGeom>
        </p:spPr>
      </p:pic>
      <p:grpSp>
        <p:nvGrpSpPr>
          <p:cNvPr name="Group 107" id="10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8" id="108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9893300" y="5346700"/>
            <a:ext cx="800100" cy="330200"/>
          </a:xfrm>
          <a:prstGeom prst="rect">
            <a:avLst/>
          </a:prstGeom>
        </p:spPr>
      </p:pic>
      <p:pic>
        <p:nvPicPr>
          <p:cNvPr name="Picture 109" id="109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9982200" y="5321300"/>
            <a:ext cx="444500" cy="406400"/>
          </a:xfrm>
          <a:prstGeom prst="rect">
            <a:avLst/>
          </a:prstGeom>
        </p:spPr>
      </p:pic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1" id="1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2" id="112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4597400" y="4889500"/>
            <a:ext cx="1092200" cy="228600"/>
          </a:xfrm>
          <a:prstGeom prst="rect">
            <a:avLst/>
          </a:prstGeom>
        </p:spPr>
      </p:pic>
      <p:pic>
        <p:nvPicPr>
          <p:cNvPr name="Picture 113" id="113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4572000" y="4838700"/>
            <a:ext cx="1155700" cy="304800"/>
          </a:xfrm>
          <a:prstGeom prst="rect">
            <a:avLst/>
          </a:prstGeom>
        </p:spPr>
      </p:pic>
      <p:pic>
        <p:nvPicPr>
          <p:cNvPr name="Picture 114" id="114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3975100" y="4826000"/>
            <a:ext cx="584200" cy="406400"/>
          </a:xfrm>
          <a:prstGeom prst="rect">
            <a:avLst/>
          </a:prstGeom>
        </p:spPr>
      </p:pic>
      <p:grpSp>
        <p:nvGrpSpPr>
          <p:cNvPr name="Group 115" id="1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6" id="1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7" id="11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6375400" y="4889500"/>
            <a:ext cx="1092200" cy="2286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6350000" y="4838700"/>
            <a:ext cx="1155700" cy="3048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5905500" y="4851400"/>
            <a:ext cx="444500" cy="609600"/>
          </a:xfrm>
          <a:prstGeom prst="rect">
            <a:avLst/>
          </a:prstGeom>
        </p:spPr>
      </p:pic>
      <p:grpSp>
        <p:nvGrpSpPr>
          <p:cNvPr name="Group 120" id="1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1" id="12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485900" y="4965700"/>
            <a:ext cx="482600" cy="4826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485900" y="4940300"/>
            <a:ext cx="736600" cy="749300"/>
          </a:xfrm>
          <a:prstGeom prst="rect">
            <a:avLst/>
          </a:prstGeom>
        </p:spPr>
      </p:pic>
      <p:grpSp>
        <p:nvGrpSpPr>
          <p:cNvPr name="Group 123" id="1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4" id="124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4102100" y="4406900"/>
            <a:ext cx="482600" cy="4826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4089400" y="4381500"/>
            <a:ext cx="749300" cy="749300"/>
          </a:xfrm>
          <a:prstGeom prst="rect">
            <a:avLst/>
          </a:prstGeom>
        </p:spPr>
      </p:pic>
      <p:grpSp>
        <p:nvGrpSpPr>
          <p:cNvPr name="Group 126" id="1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7" id="127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6019800" y="4394200"/>
            <a:ext cx="482600" cy="482600"/>
          </a:xfrm>
          <a:prstGeom prst="rect">
            <a:avLst/>
          </a:prstGeom>
        </p:spPr>
      </p:pic>
      <p:pic>
        <p:nvPicPr>
          <p:cNvPr name="Picture 128" id="128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6007100" y="4368800"/>
            <a:ext cx="711200" cy="762000"/>
          </a:xfrm>
          <a:prstGeom prst="rect">
            <a:avLst/>
          </a:prstGeom>
        </p:spPr>
      </p:pic>
      <p:grpSp>
        <p:nvGrpSpPr>
          <p:cNvPr name="Group 129" id="1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0" id="130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594100" y="5041900"/>
            <a:ext cx="482600" cy="482600"/>
          </a:xfrm>
          <a:prstGeom prst="rect">
            <a:avLst/>
          </a:prstGeom>
        </p:spPr>
      </p:pic>
      <p:pic>
        <p:nvPicPr>
          <p:cNvPr name="Picture 131" id="131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3594100" y="5029200"/>
            <a:ext cx="685800" cy="132080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9652000" y="4889500"/>
            <a:ext cx="482600" cy="482600"/>
          </a:xfrm>
          <a:prstGeom prst="rect">
            <a:avLst/>
          </a:prstGeom>
        </p:spPr>
      </p:pic>
      <p:pic>
        <p:nvPicPr>
          <p:cNvPr name="Picture 134" id="13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9652000" y="4876800"/>
            <a:ext cx="685800" cy="1320800"/>
          </a:xfrm>
          <a:prstGeom prst="rect">
            <a:avLst/>
          </a:prstGeom>
        </p:spPr>
      </p:pic>
      <p:grpSp>
        <p:nvGrpSpPr>
          <p:cNvPr name="Group 135" id="1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6" id="136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568700" y="5740400"/>
            <a:ext cx="482600" cy="482600"/>
          </a:xfrm>
          <a:prstGeom prst="rect">
            <a:avLst/>
          </a:prstGeom>
        </p:spPr>
      </p:pic>
      <p:pic>
        <p:nvPicPr>
          <p:cNvPr name="Picture 137" id="13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3556000" y="5715000"/>
            <a:ext cx="711200" cy="762000"/>
          </a:xfrm>
          <a:prstGeom prst="rect">
            <a:avLst/>
          </a:prstGeom>
        </p:spPr>
      </p:pic>
      <p:pic>
        <p:nvPicPr>
          <p:cNvPr name="Picture 138" id="13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2153900" y="3302000"/>
            <a:ext cx="5816600" cy="7023100"/>
          </a:xfrm>
          <a:prstGeom prst="rect">
            <a:avLst/>
          </a:prstGeom>
        </p:spPr>
      </p:pic>
      <p:grpSp>
        <p:nvGrpSpPr>
          <p:cNvPr name="Group 139" id="1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0" id="140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41" id="14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grpSp>
        <p:nvGrpSpPr>
          <p:cNvPr name="Group 142" id="1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3" id="143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0947400" y="7454900"/>
            <a:ext cx="482600" cy="482600"/>
          </a:xfrm>
          <a:prstGeom prst="rect">
            <a:avLst/>
          </a:prstGeom>
        </p:spPr>
      </p:pic>
      <p:pic>
        <p:nvPicPr>
          <p:cNvPr name="Picture 144" id="144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0947400" y="7429500"/>
            <a:ext cx="711200" cy="749300"/>
          </a:xfrm>
          <a:prstGeom prst="rect">
            <a:avLst/>
          </a:prstGeom>
        </p:spPr>
      </p:pic>
      <p:grpSp>
        <p:nvGrpSpPr>
          <p:cNvPr name="Group 145" id="1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6" id="146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grpSp>
        <p:nvGrpSpPr>
          <p:cNvPr name="Group 147" id="14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8" id="148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149" id="149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44900" y="-9525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25654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33500"/>
            <a:ext cx="9131300" cy="1041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63700" y="3467100"/>
            <a:ext cx="9829800" cy="6134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16100" y="3606800"/>
            <a:ext cx="9537700" cy="1473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733800" y="4305300"/>
            <a:ext cx="266700" cy="266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025900" y="4229100"/>
            <a:ext cx="1117600" cy="812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515100" y="4292600"/>
            <a:ext cx="254000" cy="254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794500" y="4229100"/>
            <a:ext cx="1346200" cy="812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105400" y="4305300"/>
            <a:ext cx="254000" cy="2540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5372100" y="4216400"/>
            <a:ext cx="1193800" cy="5334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438400" y="4241800"/>
            <a:ext cx="1181100" cy="8001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102600" y="4305300"/>
            <a:ext cx="254000" cy="254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369300" y="4191000"/>
            <a:ext cx="1473200" cy="571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146300" y="4597400"/>
            <a:ext cx="254000" cy="2540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515100" y="4597400"/>
            <a:ext cx="266700" cy="2667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146300" y="4305300"/>
            <a:ext cx="266700" cy="266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41500" y="9245600"/>
            <a:ext cx="9398000" cy="254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9296400" y="7048500"/>
            <a:ext cx="4076700" cy="2540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425700" y="4508500"/>
            <a:ext cx="1371600" cy="5334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733800" y="4597400"/>
            <a:ext cx="254000" cy="254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025900" y="4533900"/>
            <a:ext cx="1181100" cy="812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105400" y="4597400"/>
            <a:ext cx="254000" cy="254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384800" y="4508500"/>
            <a:ext cx="10287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794500" y="4533900"/>
            <a:ext cx="1181100" cy="812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102600" y="4597400"/>
            <a:ext cx="254000" cy="254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-2844800" y="3124200"/>
            <a:ext cx="18656300" cy="80899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971800" y="5067300"/>
            <a:ext cx="1168400" cy="40767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191000" y="5080000"/>
            <a:ext cx="4000500" cy="40767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6921500"/>
            <a:ext cx="5486400" cy="127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5753100"/>
            <a:ext cx="5486400" cy="127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4914900"/>
            <a:ext cx="5486400" cy="1270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4076700"/>
            <a:ext cx="5486400" cy="127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382000" y="4508500"/>
            <a:ext cx="1193800" cy="5334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9956800" y="4419600"/>
            <a:ext cx="1066800" cy="4318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096500" y="4432300"/>
            <a:ext cx="596900" cy="8001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1" id="8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2" id="8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2895600" y="3797300"/>
            <a:ext cx="1460500" cy="3048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857500" y="3746500"/>
            <a:ext cx="1549400" cy="4064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082800" y="3759200"/>
            <a:ext cx="774700" cy="8001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270500" y="3797300"/>
            <a:ext cx="1460500" cy="3048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232400" y="3746500"/>
            <a:ext cx="1549400" cy="4064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4635500" y="3759200"/>
            <a:ext cx="596900" cy="8001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549400" y="2616200"/>
            <a:ext cx="2984500" cy="10414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524000" y="4826000"/>
            <a:ext cx="482600" cy="4826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511300" y="4800600"/>
            <a:ext cx="736600" cy="7493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730500" y="4826000"/>
            <a:ext cx="482600" cy="4826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2730500" y="4800600"/>
            <a:ext cx="711200" cy="7620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4102100" y="4826000"/>
            <a:ext cx="482600" cy="4826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114800" y="4800600"/>
            <a:ext cx="685800" cy="1320800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4" id="10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7962900" y="5588000"/>
            <a:ext cx="482600" cy="4826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7962900" y="5562600"/>
            <a:ext cx="685800" cy="1320800"/>
          </a:xfrm>
          <a:prstGeom prst="rect">
            <a:avLst/>
          </a:prstGeom>
        </p:spPr>
      </p:pic>
      <p:grpSp>
        <p:nvGrpSpPr>
          <p:cNvPr name="Group 106" id="10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7" id="107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260600" y="5448300"/>
            <a:ext cx="482600" cy="482600"/>
          </a:xfrm>
          <a:prstGeom prst="rect">
            <a:avLst/>
          </a:prstGeom>
        </p:spPr>
      </p:pic>
      <p:pic>
        <p:nvPicPr>
          <p:cNvPr name="Picture 108" id="108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247900" y="5422900"/>
            <a:ext cx="749300" cy="749300"/>
          </a:xfrm>
          <a:prstGeom prst="rect">
            <a:avLst/>
          </a:prstGeom>
        </p:spPr>
      </p:pic>
      <p:pic>
        <p:nvPicPr>
          <p:cNvPr name="Picture 109" id="109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2153900" y="3302000"/>
            <a:ext cx="53721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0" id="30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565400" y="1320800"/>
            <a:ext cx="5956300" cy="1739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70100" y="-939800"/>
            <a:ext cx="20599400" cy="14351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85900" y="2921000"/>
            <a:ext cx="5842000" cy="527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