
<file path=[Content_Types].xml><?xml version="1.0" encoding="utf-8"?>
<Types xmlns="http://schemas.openxmlformats.org/package/2006/content-types"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7"/>
    <p:sldId id="258" r:id="rId8"/>
    <p:sldId id="259" r:id="rId9"/>
  </p:sldIdLst>
  <p:sldSz cx="18288000" cy="10287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png" Type="http://schemas.openxmlformats.org/officeDocument/2006/relationships/image"/><Relationship Id="rId12" Target="../media/image11.png" Type="http://schemas.openxmlformats.org/officeDocument/2006/relationships/image"/><Relationship Id="rId13" Target="../media/image12.png" Type="http://schemas.openxmlformats.org/officeDocument/2006/relationships/image"/><Relationship Id="rId14" Target="../media/image13.png" Type="http://schemas.openxmlformats.org/officeDocument/2006/relationships/image"/><Relationship Id="rId15" Target="../media/image14.png" Type="http://schemas.openxmlformats.org/officeDocument/2006/relationships/image"/><Relationship Id="rId16" Target="../media/image15.png" Type="http://schemas.openxmlformats.org/officeDocument/2006/relationships/image"/><Relationship Id="rId17" Target="../media/image16.png" Type="http://schemas.openxmlformats.org/officeDocument/2006/relationships/image"/><Relationship Id="rId18" Target="../media/image17.png" Type="http://schemas.openxmlformats.org/officeDocument/2006/relationships/image"/><Relationship Id="rId19" Target="../media/image18.png" Type="http://schemas.openxmlformats.org/officeDocument/2006/relationships/image"/><Relationship Id="rId2" Target="../media/image1.png" Type="http://schemas.openxmlformats.org/officeDocument/2006/relationships/image"/><Relationship Id="rId20" Target="../media/image19.png" Type="http://schemas.openxmlformats.org/officeDocument/2006/relationships/image"/><Relationship Id="rId21" Target="../media/image20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Relationship Id="rId7" Target="../media/image6.png" Type="http://schemas.openxmlformats.org/officeDocument/2006/relationships/image"/><Relationship Id="rId8" Target="../media/image7.png" Type="http://schemas.openxmlformats.org/officeDocument/2006/relationships/image"/><Relationship Id="rId9" Target="../media/image8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png" Type="http://schemas.openxmlformats.org/officeDocument/2006/relationships/image"/><Relationship Id="rId12" Target="../media/image21.png" Type="http://schemas.openxmlformats.org/officeDocument/2006/relationships/image"/><Relationship Id="rId13" Target="../media/image22.png" Type="http://schemas.openxmlformats.org/officeDocument/2006/relationships/image"/><Relationship Id="rId14" Target="../media/image23.png" Type="http://schemas.openxmlformats.org/officeDocument/2006/relationships/image"/><Relationship Id="rId15" Target="../media/image24.png" Type="http://schemas.openxmlformats.org/officeDocument/2006/relationships/image"/><Relationship Id="rId16" Target="../media/image25.png" Type="http://schemas.openxmlformats.org/officeDocument/2006/relationships/image"/><Relationship Id="rId17" Target="../media/image26.png" Type="http://schemas.openxmlformats.org/officeDocument/2006/relationships/image"/><Relationship Id="rId18" Target="../media/image27.png" Type="http://schemas.openxmlformats.org/officeDocument/2006/relationships/image"/><Relationship Id="rId19" Target="../media/image28.png" Type="http://schemas.openxmlformats.org/officeDocument/2006/relationships/image"/><Relationship Id="rId2" Target="../media/image1.png" Type="http://schemas.openxmlformats.org/officeDocument/2006/relationships/image"/><Relationship Id="rId20" Target="../media/image29.png" Type="http://schemas.openxmlformats.org/officeDocument/2006/relationships/image"/><Relationship Id="rId21" Target="../media/image30.png" Type="http://schemas.openxmlformats.org/officeDocument/2006/relationships/image"/><Relationship Id="rId22" Target="../media/image31.png" Type="http://schemas.openxmlformats.org/officeDocument/2006/relationships/image"/><Relationship Id="rId23" Target="../media/image14.png" Type="http://schemas.openxmlformats.org/officeDocument/2006/relationships/image"/><Relationship Id="rId24" Target="../media/image15.png" Type="http://schemas.openxmlformats.org/officeDocument/2006/relationships/image"/><Relationship Id="rId25" Target="../media/image16.png" Type="http://schemas.openxmlformats.org/officeDocument/2006/relationships/image"/><Relationship Id="rId26" Target="../media/image17.png" Type="http://schemas.openxmlformats.org/officeDocument/2006/relationships/image"/><Relationship Id="rId27" Target="../media/image18.png" Type="http://schemas.openxmlformats.org/officeDocument/2006/relationships/image"/><Relationship Id="rId28" Target="../media/image32.png" Type="http://schemas.openxmlformats.org/officeDocument/2006/relationships/image"/><Relationship Id="rId29" Target="../media/image20.png" Type="http://schemas.openxmlformats.org/officeDocument/2006/relationships/image"/><Relationship Id="rId3" Target="../media/image2.png" Type="http://schemas.openxmlformats.org/officeDocument/2006/relationships/image"/><Relationship Id="rId30" Target="../media/image33.png" Type="http://schemas.openxmlformats.org/officeDocument/2006/relationships/image"/><Relationship Id="rId31" Target="../media/image34.png" Type="http://schemas.openxmlformats.org/officeDocument/2006/relationships/image"/><Relationship Id="rId32" Target="../media/image35.png" Type="http://schemas.openxmlformats.org/officeDocument/2006/relationships/image"/><Relationship Id="rId33" Target="../media/image36.png" Type="http://schemas.openxmlformats.org/officeDocument/2006/relationships/image"/><Relationship Id="rId34" Target="../media/image37.png" Type="http://schemas.openxmlformats.org/officeDocument/2006/relationships/image"/><Relationship Id="rId35" Target="../media/image38.png" Type="http://schemas.openxmlformats.org/officeDocument/2006/relationships/image"/><Relationship Id="rId36" Target="../media/image39.png" Type="http://schemas.openxmlformats.org/officeDocument/2006/relationships/image"/><Relationship Id="rId37" Target="../media/image40.png" Type="http://schemas.openxmlformats.org/officeDocument/2006/relationships/image"/><Relationship Id="rId38" Target="../media/image41.png" Type="http://schemas.openxmlformats.org/officeDocument/2006/relationships/image"/><Relationship Id="rId39" Target="../media/image42.png" Type="http://schemas.openxmlformats.org/officeDocument/2006/relationships/image"/><Relationship Id="rId4" Target="../media/image3.png" Type="http://schemas.openxmlformats.org/officeDocument/2006/relationships/image"/><Relationship Id="rId40" Target="../media/image43.png" Type="http://schemas.openxmlformats.org/officeDocument/2006/relationships/image"/><Relationship Id="rId41" Target="../media/image44.png" Type="http://schemas.openxmlformats.org/officeDocument/2006/relationships/image"/><Relationship Id="rId42" Target="../media/image45.png" Type="http://schemas.openxmlformats.org/officeDocument/2006/relationships/image"/><Relationship Id="rId43" Target="../media/image46.png" Type="http://schemas.openxmlformats.org/officeDocument/2006/relationships/image"/><Relationship Id="rId44" Target="../media/image47.png" Type="http://schemas.openxmlformats.org/officeDocument/2006/relationships/image"/><Relationship Id="rId45" Target="../media/image48.png" Type="http://schemas.openxmlformats.org/officeDocument/2006/relationships/image"/><Relationship Id="rId46" Target="../media/image49.png" Type="http://schemas.openxmlformats.org/officeDocument/2006/relationships/image"/><Relationship Id="rId47" Target="../media/image50.png" Type="http://schemas.openxmlformats.org/officeDocument/2006/relationships/image"/><Relationship Id="rId48" Target="../media/image51.png" Type="http://schemas.openxmlformats.org/officeDocument/2006/relationships/image"/><Relationship Id="rId49" Target="../media/image52.png" Type="http://schemas.openxmlformats.org/officeDocument/2006/relationships/image"/><Relationship Id="rId5" Target="../media/image4.png" Type="http://schemas.openxmlformats.org/officeDocument/2006/relationships/image"/><Relationship Id="rId50" Target="../media/image53.png" Type="http://schemas.openxmlformats.org/officeDocument/2006/relationships/image"/><Relationship Id="rId51" Target="../media/image54.png" Type="http://schemas.openxmlformats.org/officeDocument/2006/relationships/image"/><Relationship Id="rId52" Target="../media/image55.png" Type="http://schemas.openxmlformats.org/officeDocument/2006/relationships/image"/><Relationship Id="rId53" Target="../media/image56.png" Type="http://schemas.openxmlformats.org/officeDocument/2006/relationships/image"/><Relationship Id="rId54" Target="../media/image57.png" Type="http://schemas.openxmlformats.org/officeDocument/2006/relationships/image"/><Relationship Id="rId55" Target="../media/image58.png" Type="http://schemas.openxmlformats.org/officeDocument/2006/relationships/image"/><Relationship Id="rId56" Target="../media/image59.png" Type="http://schemas.openxmlformats.org/officeDocument/2006/relationships/image"/><Relationship Id="rId57" Target="../media/image60.png" Type="http://schemas.openxmlformats.org/officeDocument/2006/relationships/image"/><Relationship Id="rId58" Target="../media/image61.png" Type="http://schemas.openxmlformats.org/officeDocument/2006/relationships/image"/><Relationship Id="rId59" Target="../media/image62.png" Type="http://schemas.openxmlformats.org/officeDocument/2006/relationships/image"/><Relationship Id="rId6" Target="../media/image5.png" Type="http://schemas.openxmlformats.org/officeDocument/2006/relationships/image"/><Relationship Id="rId60" Target="../media/image63.png" Type="http://schemas.openxmlformats.org/officeDocument/2006/relationships/image"/><Relationship Id="rId61" Target="../media/image64.png" Type="http://schemas.openxmlformats.org/officeDocument/2006/relationships/image"/><Relationship Id="rId62" Target="../media/image65.png" Type="http://schemas.openxmlformats.org/officeDocument/2006/relationships/image"/><Relationship Id="rId63" Target="../media/image66.png" Type="http://schemas.openxmlformats.org/officeDocument/2006/relationships/image"/><Relationship Id="rId64" Target="../media/image67.png" Type="http://schemas.openxmlformats.org/officeDocument/2006/relationships/image"/><Relationship Id="rId65" Target="../media/image68.png" Type="http://schemas.openxmlformats.org/officeDocument/2006/relationships/image"/><Relationship Id="rId66" Target="../media/image69.png" Type="http://schemas.openxmlformats.org/officeDocument/2006/relationships/image"/><Relationship Id="rId67" Target="../media/image70.png" Type="http://schemas.openxmlformats.org/officeDocument/2006/relationships/image"/><Relationship Id="rId68" Target="../media/image71.png" Type="http://schemas.openxmlformats.org/officeDocument/2006/relationships/image"/><Relationship Id="rId69" Target="../media/image72.png" Type="http://schemas.openxmlformats.org/officeDocument/2006/relationships/image"/><Relationship Id="rId7" Target="../media/image6.png" Type="http://schemas.openxmlformats.org/officeDocument/2006/relationships/image"/><Relationship Id="rId70" Target="../media/image73.png" Type="http://schemas.openxmlformats.org/officeDocument/2006/relationships/image"/><Relationship Id="rId71" Target="../media/image74.png" Type="http://schemas.openxmlformats.org/officeDocument/2006/relationships/image"/><Relationship Id="rId72" Target="../media/image75.png" Type="http://schemas.openxmlformats.org/officeDocument/2006/relationships/image"/><Relationship Id="rId73" Target="../media/image76.png" Type="http://schemas.openxmlformats.org/officeDocument/2006/relationships/image"/><Relationship Id="rId74" Target="../media/image77.png" Type="http://schemas.openxmlformats.org/officeDocument/2006/relationships/image"/><Relationship Id="rId75" Target="../media/image78.png" Type="http://schemas.openxmlformats.org/officeDocument/2006/relationships/image"/><Relationship Id="rId76" Target="../media/image79.png" Type="http://schemas.openxmlformats.org/officeDocument/2006/relationships/image"/><Relationship Id="rId8" Target="../media/image7.png" Type="http://schemas.openxmlformats.org/officeDocument/2006/relationships/image"/><Relationship Id="rId9" Target="../media/image8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png" Type="http://schemas.openxmlformats.org/officeDocument/2006/relationships/image"/><Relationship Id="rId12" Target="../media/image21.png" Type="http://schemas.openxmlformats.org/officeDocument/2006/relationships/image"/><Relationship Id="rId13" Target="../media/image22.png" Type="http://schemas.openxmlformats.org/officeDocument/2006/relationships/image"/><Relationship Id="rId14" Target="../media/image23.png" Type="http://schemas.openxmlformats.org/officeDocument/2006/relationships/image"/><Relationship Id="rId15" Target="../media/image24.png" Type="http://schemas.openxmlformats.org/officeDocument/2006/relationships/image"/><Relationship Id="rId16" Target="../media/image25.png" Type="http://schemas.openxmlformats.org/officeDocument/2006/relationships/image"/><Relationship Id="rId17" Target="../media/image14.png" Type="http://schemas.openxmlformats.org/officeDocument/2006/relationships/image"/><Relationship Id="rId18" Target="../media/image15.png" Type="http://schemas.openxmlformats.org/officeDocument/2006/relationships/image"/><Relationship Id="rId19" Target="../media/image16.png" Type="http://schemas.openxmlformats.org/officeDocument/2006/relationships/image"/><Relationship Id="rId2" Target="../media/image1.png" Type="http://schemas.openxmlformats.org/officeDocument/2006/relationships/image"/><Relationship Id="rId20" Target="../media/image17.png" Type="http://schemas.openxmlformats.org/officeDocument/2006/relationships/image"/><Relationship Id="rId21" Target="../media/image18.png" Type="http://schemas.openxmlformats.org/officeDocument/2006/relationships/image"/><Relationship Id="rId22" Target="../media/image32.png" Type="http://schemas.openxmlformats.org/officeDocument/2006/relationships/image"/><Relationship Id="rId23" Target="../media/image20.png" Type="http://schemas.openxmlformats.org/officeDocument/2006/relationships/image"/><Relationship Id="rId24" Target="../media/image33.png" Type="http://schemas.openxmlformats.org/officeDocument/2006/relationships/image"/><Relationship Id="rId25" Target="../media/image80.png" Type="http://schemas.openxmlformats.org/officeDocument/2006/relationships/image"/><Relationship Id="rId26" Target="../media/image81.png" Type="http://schemas.openxmlformats.org/officeDocument/2006/relationships/image"/><Relationship Id="rId27" Target="../media/image82.png" Type="http://schemas.openxmlformats.org/officeDocument/2006/relationships/image"/><Relationship Id="rId28" Target="../media/image83.png" Type="http://schemas.openxmlformats.org/officeDocument/2006/relationships/image"/><Relationship Id="rId29" Target="../media/image84.png" Type="http://schemas.openxmlformats.org/officeDocument/2006/relationships/image"/><Relationship Id="rId3" Target="../media/image2.png" Type="http://schemas.openxmlformats.org/officeDocument/2006/relationships/image"/><Relationship Id="rId30" Target="../media/image85.png" Type="http://schemas.openxmlformats.org/officeDocument/2006/relationships/image"/><Relationship Id="rId31" Target="../media/image86.png" Type="http://schemas.openxmlformats.org/officeDocument/2006/relationships/image"/><Relationship Id="rId32" Target="../media/image87.png" Type="http://schemas.openxmlformats.org/officeDocument/2006/relationships/image"/><Relationship Id="rId33" Target="../media/image88.png" Type="http://schemas.openxmlformats.org/officeDocument/2006/relationships/image"/><Relationship Id="rId34" Target="../media/image89.png" Type="http://schemas.openxmlformats.org/officeDocument/2006/relationships/image"/><Relationship Id="rId35" Target="../media/image90.png" Type="http://schemas.openxmlformats.org/officeDocument/2006/relationships/image"/><Relationship Id="rId36" Target="../media/image91.png" Type="http://schemas.openxmlformats.org/officeDocument/2006/relationships/image"/><Relationship Id="rId37" Target="../media/image92.png" Type="http://schemas.openxmlformats.org/officeDocument/2006/relationships/image"/><Relationship Id="rId38" Target="../media/image93.png" Type="http://schemas.openxmlformats.org/officeDocument/2006/relationships/image"/><Relationship Id="rId39" Target="../media/image94.png" Type="http://schemas.openxmlformats.org/officeDocument/2006/relationships/image"/><Relationship Id="rId4" Target="../media/image3.png" Type="http://schemas.openxmlformats.org/officeDocument/2006/relationships/image"/><Relationship Id="rId40" Target="../media/image95.png" Type="http://schemas.openxmlformats.org/officeDocument/2006/relationships/image"/><Relationship Id="rId41" Target="../media/image96.png" Type="http://schemas.openxmlformats.org/officeDocument/2006/relationships/image"/><Relationship Id="rId42" Target="../media/image97.png" Type="http://schemas.openxmlformats.org/officeDocument/2006/relationships/image"/><Relationship Id="rId43" Target="../media/image46.png" Type="http://schemas.openxmlformats.org/officeDocument/2006/relationships/image"/><Relationship Id="rId44" Target="../media/image98.png" Type="http://schemas.openxmlformats.org/officeDocument/2006/relationships/image"/><Relationship Id="rId45" Target="../media/image99.png" Type="http://schemas.openxmlformats.org/officeDocument/2006/relationships/image"/><Relationship Id="rId46" Target="../media/image100.png" Type="http://schemas.openxmlformats.org/officeDocument/2006/relationships/image"/><Relationship Id="rId47" Target="../media/image101.png" Type="http://schemas.openxmlformats.org/officeDocument/2006/relationships/image"/><Relationship Id="rId48" Target="../media/image102.png" Type="http://schemas.openxmlformats.org/officeDocument/2006/relationships/image"/><Relationship Id="rId49" Target="../media/image103.png" Type="http://schemas.openxmlformats.org/officeDocument/2006/relationships/image"/><Relationship Id="rId5" Target="../media/image4.png" Type="http://schemas.openxmlformats.org/officeDocument/2006/relationships/image"/><Relationship Id="rId50" Target="../media/image104.png" Type="http://schemas.openxmlformats.org/officeDocument/2006/relationships/image"/><Relationship Id="rId51" Target="../media/image68.png" Type="http://schemas.openxmlformats.org/officeDocument/2006/relationships/image"/><Relationship Id="rId52" Target="../media/image69.png" Type="http://schemas.openxmlformats.org/officeDocument/2006/relationships/image"/><Relationship Id="rId53" Target="../media/image105.png" Type="http://schemas.openxmlformats.org/officeDocument/2006/relationships/image"/><Relationship Id="rId54" Target="../media/image60.png" Type="http://schemas.openxmlformats.org/officeDocument/2006/relationships/image"/><Relationship Id="rId55" Target="../media/image61.png" Type="http://schemas.openxmlformats.org/officeDocument/2006/relationships/image"/><Relationship Id="rId56" Target="../media/image63.png" Type="http://schemas.openxmlformats.org/officeDocument/2006/relationships/image"/><Relationship Id="rId57" Target="../media/image64.png" Type="http://schemas.openxmlformats.org/officeDocument/2006/relationships/image"/><Relationship Id="rId58" Target="../media/image65.png" Type="http://schemas.openxmlformats.org/officeDocument/2006/relationships/image"/><Relationship Id="rId59" Target="../media/image62.png" Type="http://schemas.openxmlformats.org/officeDocument/2006/relationships/image"/><Relationship Id="rId6" Target="../media/image5.png" Type="http://schemas.openxmlformats.org/officeDocument/2006/relationships/image"/><Relationship Id="rId60" Target="../media/image106.png" Type="http://schemas.openxmlformats.org/officeDocument/2006/relationships/image"/><Relationship Id="rId7" Target="../media/image6.png" Type="http://schemas.openxmlformats.org/officeDocument/2006/relationships/image"/><Relationship Id="rId8" Target="../media/image7.png" Type="http://schemas.openxmlformats.org/officeDocument/2006/relationships/image"/><Relationship Id="rId9" Target="../media/image8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png" Type="http://schemas.openxmlformats.org/officeDocument/2006/relationships/image"/><Relationship Id="rId12" Target="../media/image11.png" Type="http://schemas.openxmlformats.org/officeDocument/2006/relationships/image"/><Relationship Id="rId13" Target="../media/image12.png" Type="http://schemas.openxmlformats.org/officeDocument/2006/relationships/image"/><Relationship Id="rId14" Target="../media/image14.png" Type="http://schemas.openxmlformats.org/officeDocument/2006/relationships/image"/><Relationship Id="rId15" Target="../media/image15.png" Type="http://schemas.openxmlformats.org/officeDocument/2006/relationships/image"/><Relationship Id="rId16" Target="../media/image16.png" Type="http://schemas.openxmlformats.org/officeDocument/2006/relationships/image"/><Relationship Id="rId17" Target="../media/image17.png" Type="http://schemas.openxmlformats.org/officeDocument/2006/relationships/image"/><Relationship Id="rId18" Target="../media/image18.png" Type="http://schemas.openxmlformats.org/officeDocument/2006/relationships/image"/><Relationship Id="rId19" Target="../media/image107.png" Type="http://schemas.openxmlformats.org/officeDocument/2006/relationships/image"/><Relationship Id="rId2" Target="../media/image1.png" Type="http://schemas.openxmlformats.org/officeDocument/2006/relationships/image"/><Relationship Id="rId20" Target="../media/image20.png" Type="http://schemas.openxmlformats.org/officeDocument/2006/relationships/image"/><Relationship Id="rId21" Target="../media/image108.png" Type="http://schemas.openxmlformats.org/officeDocument/2006/relationships/image"/><Relationship Id="rId22" Target="../media/image109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Relationship Id="rId7" Target="../media/image6.png" Type="http://schemas.openxmlformats.org/officeDocument/2006/relationships/image"/><Relationship Id="rId8" Target="../media/image7.png" Type="http://schemas.openxmlformats.org/officeDocument/2006/relationships/image"/><Relationship Id="rId9" Target="../media/image8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grpSp>
        <p:nvGrpSpPr>
          <p:cNvPr name="Group 3" id="3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4" id="4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2705100" y="38100"/>
            <a:ext cx="3111500" cy="11684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3479800" y="330200"/>
            <a:ext cx="1549400" cy="5842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3721100" y="228600"/>
            <a:ext cx="1206500" cy="1524000"/>
          </a:xfrm>
          <a:prstGeom prst="rect">
            <a:avLst/>
          </a:prstGeom>
        </p:spPr>
      </p:pic>
      <p:grpSp>
        <p:nvGrpSpPr>
          <p:cNvPr name="Group 7" id="7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grpSp>
        <p:nvGrpSpPr>
          <p:cNvPr name="Group 8" id="8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9" id="9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3848100" y="38100"/>
            <a:ext cx="6477000" cy="11684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5461000" y="330200"/>
            <a:ext cx="3238500" cy="5842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5689600" y="114300"/>
            <a:ext cx="2984500" cy="1219200"/>
          </a:xfrm>
          <a:prstGeom prst="rect">
            <a:avLst/>
          </a:prstGeom>
        </p:spPr>
      </p:pic>
      <p:grpSp>
        <p:nvGrpSpPr>
          <p:cNvPr name="Group 12" id="12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grpSp>
        <p:nvGrpSpPr>
          <p:cNvPr name="Group 13" id="13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4" id="14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8521700" y="38100"/>
            <a:ext cx="3111500" cy="1168400"/>
          </a:xfrm>
          <a:prstGeom prst="rect">
            <a:avLst/>
          </a:prstGeom>
        </p:spPr>
      </p:pic>
      <p:pic>
        <p:nvPicPr>
          <p:cNvPr name="Picture 15" id="15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9296400" y="330200"/>
            <a:ext cx="1549400" cy="584200"/>
          </a:xfrm>
          <a:prstGeom prst="rect">
            <a:avLst/>
          </a:prstGeom>
        </p:spPr>
      </p:pic>
      <p:pic>
        <p:nvPicPr>
          <p:cNvPr name="Picture 16" id="16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9486900" y="241300"/>
            <a:ext cx="1371600" cy="1524000"/>
          </a:xfrm>
          <a:prstGeom prst="rect">
            <a:avLst/>
          </a:prstGeom>
        </p:spPr>
      </p:pic>
      <p:grpSp>
        <p:nvGrpSpPr>
          <p:cNvPr name="Group 17" id="17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8" id="18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1333500" y="431800"/>
            <a:ext cx="330200" cy="330200"/>
          </a:xfrm>
          <a:prstGeom prst="rect">
            <a:avLst/>
          </a:prstGeom>
        </p:spPr>
      </p:pic>
      <p:pic>
        <p:nvPicPr>
          <p:cNvPr name="Picture 19" id="19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1968500" y="431800"/>
            <a:ext cx="330200" cy="330200"/>
          </a:xfrm>
          <a:prstGeom prst="rect">
            <a:avLst/>
          </a:prstGeom>
        </p:spPr>
      </p:pic>
      <p:pic>
        <p:nvPicPr>
          <p:cNvPr name="Picture 20" id="20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2590800" y="431800"/>
            <a:ext cx="330200" cy="330200"/>
          </a:xfrm>
          <a:prstGeom prst="rect">
            <a:avLst/>
          </a:prstGeom>
        </p:spPr>
      </p:pic>
      <p:grpSp>
        <p:nvGrpSpPr>
          <p:cNvPr name="Group 21" id="21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22" id="22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-6756400" y="-889000"/>
            <a:ext cx="32677100" cy="14376400"/>
          </a:xfrm>
          <a:prstGeom prst="rect">
            <a:avLst/>
          </a:prstGeom>
        </p:spPr>
      </p:pic>
      <p:pic>
        <p:nvPicPr>
          <p:cNvPr name="Picture 23" id="23"/>
          <p:cNvPicPr>
            <a:picLocks noChangeAspect="true"/>
          </p:cNvPicPr>
          <p:nvPr/>
        </p:nvPicPr>
        <p:blipFill>
          <a:blip r:embed="rId13"/>
          <a:stretch>
            <a:fillRect/>
          </a:stretch>
        </p:blipFill>
        <p:spPr>
          <a:xfrm rot="0">
            <a:off x="1333500" y="2628900"/>
            <a:ext cx="16344900" cy="7188200"/>
          </a:xfrm>
          <a:prstGeom prst="rect">
            <a:avLst/>
          </a:prstGeom>
        </p:spPr>
      </p:pic>
      <p:pic>
        <p:nvPicPr>
          <p:cNvPr name="Picture 24" id="24"/>
          <p:cNvPicPr>
            <a:picLocks noChangeAspect="true"/>
          </p:cNvPicPr>
          <p:nvPr/>
        </p:nvPicPr>
        <p:blipFill>
          <a:blip r:embed="rId14"/>
          <a:stretch>
            <a:fillRect/>
          </a:stretch>
        </p:blipFill>
        <p:spPr>
          <a:xfrm rot="0">
            <a:off x="-5867400" y="-101600"/>
            <a:ext cx="30695900" cy="12649200"/>
          </a:xfrm>
          <a:prstGeom prst="rect">
            <a:avLst/>
          </a:prstGeom>
        </p:spPr>
      </p:pic>
      <p:grpSp>
        <p:nvGrpSpPr>
          <p:cNvPr name="Group 25" id="25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grpSp>
        <p:nvGrpSpPr>
          <p:cNvPr name="Group 26" id="26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27" id="27"/>
          <p:cNvPicPr>
            <a:picLocks noChangeAspect="true"/>
          </p:cNvPicPr>
          <p:nvPr/>
        </p:nvPicPr>
        <p:blipFill>
          <a:blip r:embed="rId15"/>
          <a:stretch>
            <a:fillRect/>
          </a:stretch>
        </p:blipFill>
        <p:spPr>
          <a:xfrm rot="0">
            <a:off x="10477500" y="38100"/>
            <a:ext cx="3822700" cy="1168400"/>
          </a:xfrm>
          <a:prstGeom prst="rect">
            <a:avLst/>
          </a:prstGeom>
        </p:spPr>
      </p:pic>
      <p:pic>
        <p:nvPicPr>
          <p:cNvPr name="Picture 28" id="28"/>
          <p:cNvPicPr>
            <a:picLocks noChangeAspect="true"/>
          </p:cNvPicPr>
          <p:nvPr/>
        </p:nvPicPr>
        <p:blipFill>
          <a:blip r:embed="rId16"/>
          <a:stretch>
            <a:fillRect/>
          </a:stretch>
        </p:blipFill>
        <p:spPr>
          <a:xfrm rot="0">
            <a:off x="11417300" y="330200"/>
            <a:ext cx="1905000" cy="584200"/>
          </a:xfrm>
          <a:prstGeom prst="rect">
            <a:avLst/>
          </a:prstGeom>
        </p:spPr>
      </p:pic>
      <p:pic>
        <p:nvPicPr>
          <p:cNvPr name="Picture 29" id="29"/>
          <p:cNvPicPr>
            <a:picLocks noChangeAspect="true"/>
          </p:cNvPicPr>
          <p:nvPr/>
        </p:nvPicPr>
        <p:blipFill>
          <a:blip r:embed="rId17"/>
          <a:stretch>
            <a:fillRect/>
          </a:stretch>
        </p:blipFill>
        <p:spPr>
          <a:xfrm rot="0">
            <a:off x="11544300" y="114300"/>
            <a:ext cx="1828800" cy="1219200"/>
          </a:xfrm>
          <a:prstGeom prst="rect">
            <a:avLst/>
          </a:prstGeom>
        </p:spPr>
      </p:pic>
      <p:grpSp>
        <p:nvGrpSpPr>
          <p:cNvPr name="Group 30" id="30"/>
          <p:cNvGrpSpPr/>
          <p:nvPr/>
        </p:nvGrpSpPr>
        <p:grpSpPr>
          <a:xfrm>
            <a:off x="2147483647" y="-2147483648"/>
            <a:ext cx="2147483647" cy="2147483647"/>
          </a:xfrm>
        </p:grpSpPr>
      </p:grpSp>
      <p:grpSp>
        <p:nvGrpSpPr>
          <p:cNvPr name="Group 31" id="31"/>
          <p:cNvGrpSpPr/>
          <p:nvPr/>
        </p:nvGrpSpPr>
        <p:grpSpPr>
          <a:xfrm>
            <a:off x="-2147483648" y="2147483647"/>
            <a:ext cx="2147483647" cy="95250000"/>
          </a:xfrm>
        </p:grpSpPr>
      </p:grpSp>
      <p:pic>
        <p:nvPicPr>
          <p:cNvPr name="Picture 32" id="32"/>
          <p:cNvPicPr>
            <a:picLocks noChangeAspect="true"/>
          </p:cNvPicPr>
          <p:nvPr/>
        </p:nvPicPr>
        <p:blipFill>
          <a:blip r:embed="rId18"/>
          <a:stretch>
            <a:fillRect/>
          </a:stretch>
        </p:blipFill>
        <p:spPr>
          <a:xfrm rot="5400000">
            <a:off x="-4699000" y="5257800"/>
            <a:ext cx="10922000" cy="12700"/>
          </a:xfrm>
          <a:prstGeom prst="rect">
            <a:avLst/>
          </a:prstGeom>
        </p:spPr>
      </p:pic>
      <p:pic>
        <p:nvPicPr>
          <p:cNvPr name="Picture 33" id="33"/>
          <p:cNvPicPr>
            <a:picLocks noChangeAspect="true"/>
          </p:cNvPicPr>
          <p:nvPr/>
        </p:nvPicPr>
        <p:blipFill>
          <a:blip r:embed="rId19"/>
          <a:stretch>
            <a:fillRect/>
          </a:stretch>
        </p:blipFill>
        <p:spPr>
          <a:xfrm rot="0">
            <a:off x="203200" y="-685800"/>
            <a:ext cx="647700" cy="11658600"/>
          </a:xfrm>
          <a:prstGeom prst="rect">
            <a:avLst/>
          </a:prstGeom>
        </p:spPr>
      </p:pic>
      <p:grpSp>
        <p:nvGrpSpPr>
          <p:cNvPr name="Group 34" id="34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35" id="35"/>
          <p:cNvPicPr>
            <a:picLocks noChangeAspect="true"/>
          </p:cNvPicPr>
          <p:nvPr/>
        </p:nvPicPr>
        <p:blipFill>
          <a:blip r:embed="rId20"/>
          <a:stretch>
            <a:fillRect/>
          </a:stretch>
        </p:blipFill>
        <p:spPr>
          <a:xfrm rot="0">
            <a:off x="2565400" y="1333500"/>
            <a:ext cx="6210300" cy="1752600"/>
          </a:xfrm>
          <a:prstGeom prst="rect">
            <a:avLst/>
          </a:prstGeom>
        </p:spPr>
      </p:pic>
      <p:pic>
        <p:nvPicPr>
          <p:cNvPr name="Picture 36" id="36"/>
          <p:cNvPicPr>
            <a:picLocks noChangeAspect="true"/>
          </p:cNvPicPr>
          <p:nvPr/>
        </p:nvPicPr>
        <p:blipFill>
          <a:blip r:embed="rId21"/>
          <a:stretch>
            <a:fillRect/>
          </a:stretch>
        </p:blipFill>
        <p:spPr>
          <a:xfrm rot="0">
            <a:off x="1333500" y="1219200"/>
            <a:ext cx="1333500" cy="11176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grpSp>
        <p:nvGrpSpPr>
          <p:cNvPr name="Group 3" id="3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4" id="4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2705100" y="38100"/>
            <a:ext cx="3111500" cy="11684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3479800" y="330200"/>
            <a:ext cx="1549400" cy="5842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3721100" y="228600"/>
            <a:ext cx="1206500" cy="1524000"/>
          </a:xfrm>
          <a:prstGeom prst="rect">
            <a:avLst/>
          </a:prstGeom>
        </p:spPr>
      </p:pic>
      <p:grpSp>
        <p:nvGrpSpPr>
          <p:cNvPr name="Group 7" id="7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grpSp>
        <p:nvGrpSpPr>
          <p:cNvPr name="Group 8" id="8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9" id="9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3848100" y="38100"/>
            <a:ext cx="6477000" cy="11684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5461000" y="330200"/>
            <a:ext cx="3238500" cy="5842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5689600" y="114300"/>
            <a:ext cx="2984500" cy="1219200"/>
          </a:xfrm>
          <a:prstGeom prst="rect">
            <a:avLst/>
          </a:prstGeom>
        </p:spPr>
      </p:pic>
      <p:grpSp>
        <p:nvGrpSpPr>
          <p:cNvPr name="Group 12" id="12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grpSp>
        <p:nvGrpSpPr>
          <p:cNvPr name="Group 13" id="13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4" id="14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8521700" y="38100"/>
            <a:ext cx="3111500" cy="1168400"/>
          </a:xfrm>
          <a:prstGeom prst="rect">
            <a:avLst/>
          </a:prstGeom>
        </p:spPr>
      </p:pic>
      <p:pic>
        <p:nvPicPr>
          <p:cNvPr name="Picture 15" id="15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9296400" y="330200"/>
            <a:ext cx="1549400" cy="584200"/>
          </a:xfrm>
          <a:prstGeom prst="rect">
            <a:avLst/>
          </a:prstGeom>
        </p:spPr>
      </p:pic>
      <p:pic>
        <p:nvPicPr>
          <p:cNvPr name="Picture 16" id="16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9486900" y="241300"/>
            <a:ext cx="1371600" cy="1524000"/>
          </a:xfrm>
          <a:prstGeom prst="rect">
            <a:avLst/>
          </a:prstGeom>
        </p:spPr>
      </p:pic>
      <p:grpSp>
        <p:nvGrpSpPr>
          <p:cNvPr name="Group 17" id="17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8" id="18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1333500" y="431800"/>
            <a:ext cx="330200" cy="330200"/>
          </a:xfrm>
          <a:prstGeom prst="rect">
            <a:avLst/>
          </a:prstGeom>
        </p:spPr>
      </p:pic>
      <p:pic>
        <p:nvPicPr>
          <p:cNvPr name="Picture 19" id="19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1968500" y="431800"/>
            <a:ext cx="330200" cy="330200"/>
          </a:xfrm>
          <a:prstGeom prst="rect">
            <a:avLst/>
          </a:prstGeom>
        </p:spPr>
      </p:pic>
      <p:pic>
        <p:nvPicPr>
          <p:cNvPr name="Picture 20" id="20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2590800" y="431800"/>
            <a:ext cx="330200" cy="330200"/>
          </a:xfrm>
          <a:prstGeom prst="rect">
            <a:avLst/>
          </a:prstGeom>
        </p:spPr>
      </p:pic>
      <p:grpSp>
        <p:nvGrpSpPr>
          <p:cNvPr name="Group 21" id="21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22" id="22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-3644900" y="-952500"/>
            <a:ext cx="20612100" cy="14376400"/>
          </a:xfrm>
          <a:prstGeom prst="rect">
            <a:avLst/>
          </a:prstGeom>
        </p:spPr>
      </p:pic>
      <p:pic>
        <p:nvPicPr>
          <p:cNvPr name="Picture 23" id="23"/>
          <p:cNvPicPr>
            <a:picLocks noChangeAspect="true"/>
          </p:cNvPicPr>
          <p:nvPr/>
        </p:nvPicPr>
        <p:blipFill>
          <a:blip r:embed="rId13"/>
          <a:stretch>
            <a:fillRect/>
          </a:stretch>
        </p:blipFill>
        <p:spPr>
          <a:xfrm rot="0">
            <a:off x="1435100" y="2565400"/>
            <a:ext cx="10312400" cy="7188200"/>
          </a:xfrm>
          <a:prstGeom prst="rect">
            <a:avLst/>
          </a:prstGeom>
        </p:spPr>
      </p:pic>
      <p:grpSp>
        <p:nvGrpSpPr>
          <p:cNvPr name="Group 24" id="24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25" id="25"/>
          <p:cNvPicPr>
            <a:picLocks noChangeAspect="true"/>
          </p:cNvPicPr>
          <p:nvPr/>
        </p:nvPicPr>
        <p:blipFill>
          <a:blip r:embed="rId14"/>
          <a:stretch>
            <a:fillRect/>
          </a:stretch>
        </p:blipFill>
        <p:spPr>
          <a:xfrm rot="0">
            <a:off x="9207500" y="-901700"/>
            <a:ext cx="11468100" cy="14376400"/>
          </a:xfrm>
          <a:prstGeom prst="rect">
            <a:avLst/>
          </a:prstGeom>
        </p:spPr>
      </p:pic>
      <p:pic>
        <p:nvPicPr>
          <p:cNvPr name="Picture 26" id="26"/>
          <p:cNvPicPr>
            <a:picLocks noChangeAspect="true"/>
          </p:cNvPicPr>
          <p:nvPr/>
        </p:nvPicPr>
        <p:blipFill>
          <a:blip r:embed="rId15"/>
          <a:stretch>
            <a:fillRect/>
          </a:stretch>
        </p:blipFill>
        <p:spPr>
          <a:xfrm rot="0">
            <a:off x="12014200" y="2628900"/>
            <a:ext cx="5740400" cy="7188200"/>
          </a:xfrm>
          <a:prstGeom prst="rect">
            <a:avLst/>
          </a:prstGeom>
        </p:spPr>
      </p:pic>
      <p:pic>
        <p:nvPicPr>
          <p:cNvPr name="Picture 27" id="27"/>
          <p:cNvPicPr>
            <a:picLocks noChangeAspect="true"/>
          </p:cNvPicPr>
          <p:nvPr/>
        </p:nvPicPr>
        <p:blipFill>
          <a:blip r:embed="rId16"/>
          <a:stretch>
            <a:fillRect/>
          </a:stretch>
        </p:blipFill>
        <p:spPr>
          <a:xfrm rot="0">
            <a:off x="6324600" y="1282700"/>
            <a:ext cx="11341100" cy="977900"/>
          </a:xfrm>
          <a:prstGeom prst="rect">
            <a:avLst/>
          </a:prstGeom>
        </p:spPr>
      </p:pic>
      <p:pic>
        <p:nvPicPr>
          <p:cNvPr name="Picture 28" id="28"/>
          <p:cNvPicPr>
            <a:picLocks noChangeAspect="true"/>
          </p:cNvPicPr>
          <p:nvPr/>
        </p:nvPicPr>
        <p:blipFill>
          <a:blip r:embed="rId17"/>
          <a:stretch>
            <a:fillRect/>
          </a:stretch>
        </p:blipFill>
        <p:spPr>
          <a:xfrm rot="0">
            <a:off x="1879600" y="3136900"/>
            <a:ext cx="1803400" cy="6172200"/>
          </a:xfrm>
          <a:prstGeom prst="rect">
            <a:avLst/>
          </a:prstGeom>
        </p:spPr>
      </p:pic>
      <p:pic>
        <p:nvPicPr>
          <p:cNvPr name="Picture 29" id="29"/>
          <p:cNvPicPr>
            <a:picLocks noChangeAspect="true"/>
          </p:cNvPicPr>
          <p:nvPr/>
        </p:nvPicPr>
        <p:blipFill>
          <a:blip r:embed="rId18"/>
          <a:stretch>
            <a:fillRect/>
          </a:stretch>
        </p:blipFill>
        <p:spPr>
          <a:xfrm rot="0">
            <a:off x="3683000" y="3136900"/>
            <a:ext cx="7366000" cy="533400"/>
          </a:xfrm>
          <a:prstGeom prst="rect">
            <a:avLst/>
          </a:prstGeom>
        </p:spPr>
      </p:pic>
      <p:pic>
        <p:nvPicPr>
          <p:cNvPr name="Picture 30" id="30"/>
          <p:cNvPicPr>
            <a:picLocks noChangeAspect="true"/>
          </p:cNvPicPr>
          <p:nvPr/>
        </p:nvPicPr>
        <p:blipFill>
          <a:blip r:embed="rId19"/>
          <a:stretch>
            <a:fillRect/>
          </a:stretch>
        </p:blipFill>
        <p:spPr>
          <a:xfrm rot="0">
            <a:off x="3683000" y="8509000"/>
            <a:ext cx="7366000" cy="787400"/>
          </a:xfrm>
          <a:prstGeom prst="rect">
            <a:avLst/>
          </a:prstGeom>
        </p:spPr>
      </p:pic>
      <p:pic>
        <p:nvPicPr>
          <p:cNvPr name="Picture 31" id="31"/>
          <p:cNvPicPr>
            <a:picLocks noChangeAspect="true"/>
          </p:cNvPicPr>
          <p:nvPr/>
        </p:nvPicPr>
        <p:blipFill>
          <a:blip r:embed="rId20"/>
          <a:stretch>
            <a:fillRect/>
          </a:stretch>
        </p:blipFill>
        <p:spPr>
          <a:xfrm rot="0">
            <a:off x="1879600" y="5283200"/>
            <a:ext cx="1803400" cy="635000"/>
          </a:xfrm>
          <a:prstGeom prst="rect">
            <a:avLst/>
          </a:prstGeom>
        </p:spPr>
      </p:pic>
      <p:grpSp>
        <p:nvGrpSpPr>
          <p:cNvPr name="Group 32" id="32"/>
          <p:cNvGrpSpPr/>
          <p:nvPr/>
        </p:nvGrpSpPr>
        <p:grpSpPr>
          <a:xfrm>
            <a:off x="2147483647" y="2147483647"/>
            <a:ext cx="2147483647" cy="190500000"/>
          </a:xfrm>
        </p:grpSpPr>
      </p:grpSp>
      <p:pic>
        <p:nvPicPr>
          <p:cNvPr name="Picture 33" id="33"/>
          <p:cNvPicPr>
            <a:picLocks noChangeAspect="true"/>
          </p:cNvPicPr>
          <p:nvPr/>
        </p:nvPicPr>
        <p:blipFill>
          <a:blip r:embed="rId21"/>
          <a:stretch>
            <a:fillRect/>
          </a:stretch>
        </p:blipFill>
        <p:spPr>
          <a:xfrm rot="0">
            <a:off x="1892300" y="5270500"/>
            <a:ext cx="1765300" cy="12700"/>
          </a:xfrm>
          <a:prstGeom prst="rect">
            <a:avLst/>
          </a:prstGeom>
        </p:spPr>
      </p:pic>
      <p:grpSp>
        <p:nvGrpSpPr>
          <p:cNvPr name="Group 34" id="34"/>
          <p:cNvGrpSpPr/>
          <p:nvPr/>
        </p:nvGrpSpPr>
        <p:grpSpPr>
          <a:xfrm>
            <a:off x="2147483647" y="2147483647"/>
            <a:ext cx="2147483647" cy="190500000"/>
          </a:xfrm>
        </p:grpSpPr>
      </p:grpSp>
      <p:pic>
        <p:nvPicPr>
          <p:cNvPr name="Picture 35" id="35"/>
          <p:cNvPicPr>
            <a:picLocks noChangeAspect="true"/>
          </p:cNvPicPr>
          <p:nvPr/>
        </p:nvPicPr>
        <p:blipFill>
          <a:blip r:embed="rId21"/>
          <a:stretch>
            <a:fillRect/>
          </a:stretch>
        </p:blipFill>
        <p:spPr>
          <a:xfrm rot="0">
            <a:off x="1892300" y="6553200"/>
            <a:ext cx="1765300" cy="12700"/>
          </a:xfrm>
          <a:prstGeom prst="rect">
            <a:avLst/>
          </a:prstGeom>
        </p:spPr>
      </p:pic>
      <p:grpSp>
        <p:nvGrpSpPr>
          <p:cNvPr name="Group 36" id="36"/>
          <p:cNvGrpSpPr/>
          <p:nvPr/>
        </p:nvGrpSpPr>
        <p:grpSpPr>
          <a:xfrm>
            <a:off x="2147483647" y="2147483647"/>
            <a:ext cx="2147483647" cy="190500000"/>
          </a:xfrm>
        </p:grpSpPr>
      </p:grpSp>
      <p:pic>
        <p:nvPicPr>
          <p:cNvPr name="Picture 37" id="37"/>
          <p:cNvPicPr>
            <a:picLocks noChangeAspect="true"/>
          </p:cNvPicPr>
          <p:nvPr/>
        </p:nvPicPr>
        <p:blipFill>
          <a:blip r:embed="rId21"/>
          <a:stretch>
            <a:fillRect/>
          </a:stretch>
        </p:blipFill>
        <p:spPr>
          <a:xfrm rot="0">
            <a:off x="1905000" y="7188200"/>
            <a:ext cx="1765300" cy="12700"/>
          </a:xfrm>
          <a:prstGeom prst="rect">
            <a:avLst/>
          </a:prstGeom>
        </p:spPr>
      </p:pic>
      <p:grpSp>
        <p:nvGrpSpPr>
          <p:cNvPr name="Group 38" id="38"/>
          <p:cNvGrpSpPr/>
          <p:nvPr/>
        </p:nvGrpSpPr>
        <p:grpSpPr>
          <a:xfrm>
            <a:off x="2147483647" y="2147483647"/>
            <a:ext cx="2147483647" cy="190500000"/>
          </a:xfrm>
        </p:grpSpPr>
      </p:grpSp>
      <p:pic>
        <p:nvPicPr>
          <p:cNvPr name="Picture 39" id="39"/>
          <p:cNvPicPr>
            <a:picLocks noChangeAspect="true"/>
          </p:cNvPicPr>
          <p:nvPr/>
        </p:nvPicPr>
        <p:blipFill>
          <a:blip r:embed="rId21"/>
          <a:stretch>
            <a:fillRect/>
          </a:stretch>
        </p:blipFill>
        <p:spPr>
          <a:xfrm rot="0">
            <a:off x="1905000" y="7835900"/>
            <a:ext cx="1765300" cy="12700"/>
          </a:xfrm>
          <a:prstGeom prst="rect">
            <a:avLst/>
          </a:prstGeom>
        </p:spPr>
      </p:pic>
      <p:grpSp>
        <p:nvGrpSpPr>
          <p:cNvPr name="Group 40" id="40"/>
          <p:cNvGrpSpPr/>
          <p:nvPr/>
        </p:nvGrpSpPr>
        <p:grpSpPr>
          <a:xfrm>
            <a:off x="2147483647" y="2147483647"/>
            <a:ext cx="2147483647" cy="190500000"/>
          </a:xfrm>
        </p:grpSpPr>
      </p:grpSp>
      <p:pic>
        <p:nvPicPr>
          <p:cNvPr name="Picture 41" id="41"/>
          <p:cNvPicPr>
            <a:picLocks noChangeAspect="true"/>
          </p:cNvPicPr>
          <p:nvPr/>
        </p:nvPicPr>
        <p:blipFill>
          <a:blip r:embed="rId21"/>
          <a:stretch>
            <a:fillRect/>
          </a:stretch>
        </p:blipFill>
        <p:spPr>
          <a:xfrm rot="0">
            <a:off x="1879600" y="4635500"/>
            <a:ext cx="1765300" cy="12700"/>
          </a:xfrm>
          <a:prstGeom prst="rect">
            <a:avLst/>
          </a:prstGeom>
        </p:spPr>
      </p:pic>
      <p:pic>
        <p:nvPicPr>
          <p:cNvPr name="Picture 42" id="42"/>
          <p:cNvPicPr>
            <a:picLocks noChangeAspect="true"/>
          </p:cNvPicPr>
          <p:nvPr/>
        </p:nvPicPr>
        <p:blipFill>
          <a:blip r:embed="rId22"/>
          <a:stretch>
            <a:fillRect/>
          </a:stretch>
        </p:blipFill>
        <p:spPr>
          <a:xfrm rot="0">
            <a:off x="3683000" y="3670300"/>
            <a:ext cx="7366000" cy="977900"/>
          </a:xfrm>
          <a:prstGeom prst="rect">
            <a:avLst/>
          </a:prstGeom>
        </p:spPr>
      </p:pic>
      <p:grpSp>
        <p:nvGrpSpPr>
          <p:cNvPr name="Group 43" id="43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grpSp>
        <p:nvGrpSpPr>
          <p:cNvPr name="Group 44" id="44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45" id="45"/>
          <p:cNvPicPr>
            <a:picLocks noChangeAspect="true"/>
          </p:cNvPicPr>
          <p:nvPr/>
        </p:nvPicPr>
        <p:blipFill>
          <a:blip r:embed="rId23"/>
          <a:stretch>
            <a:fillRect/>
          </a:stretch>
        </p:blipFill>
        <p:spPr>
          <a:xfrm rot="0">
            <a:off x="10477500" y="38100"/>
            <a:ext cx="3822700" cy="1168400"/>
          </a:xfrm>
          <a:prstGeom prst="rect">
            <a:avLst/>
          </a:prstGeom>
        </p:spPr>
      </p:pic>
      <p:pic>
        <p:nvPicPr>
          <p:cNvPr name="Picture 46" id="46"/>
          <p:cNvPicPr>
            <a:picLocks noChangeAspect="true"/>
          </p:cNvPicPr>
          <p:nvPr/>
        </p:nvPicPr>
        <p:blipFill>
          <a:blip r:embed="rId24"/>
          <a:stretch>
            <a:fillRect/>
          </a:stretch>
        </p:blipFill>
        <p:spPr>
          <a:xfrm rot="0">
            <a:off x="11417300" y="330200"/>
            <a:ext cx="1905000" cy="584200"/>
          </a:xfrm>
          <a:prstGeom prst="rect">
            <a:avLst/>
          </a:prstGeom>
        </p:spPr>
      </p:pic>
      <p:pic>
        <p:nvPicPr>
          <p:cNvPr name="Picture 47" id="47"/>
          <p:cNvPicPr>
            <a:picLocks noChangeAspect="true"/>
          </p:cNvPicPr>
          <p:nvPr/>
        </p:nvPicPr>
        <p:blipFill>
          <a:blip r:embed="rId25"/>
          <a:stretch>
            <a:fillRect/>
          </a:stretch>
        </p:blipFill>
        <p:spPr>
          <a:xfrm rot="0">
            <a:off x="11544300" y="114300"/>
            <a:ext cx="1828800" cy="1219200"/>
          </a:xfrm>
          <a:prstGeom prst="rect">
            <a:avLst/>
          </a:prstGeom>
        </p:spPr>
      </p:pic>
      <p:grpSp>
        <p:nvGrpSpPr>
          <p:cNvPr name="Group 48" id="48"/>
          <p:cNvGrpSpPr/>
          <p:nvPr/>
        </p:nvGrpSpPr>
        <p:grpSpPr>
          <a:xfrm>
            <a:off x="2147483647" y="-2147483648"/>
            <a:ext cx="2147483647" cy="2147483647"/>
          </a:xfrm>
        </p:grpSpPr>
      </p:grpSp>
      <p:grpSp>
        <p:nvGrpSpPr>
          <p:cNvPr name="Group 49" id="49"/>
          <p:cNvGrpSpPr/>
          <p:nvPr/>
        </p:nvGrpSpPr>
        <p:grpSpPr>
          <a:xfrm>
            <a:off x="-2147483648" y="2147483647"/>
            <a:ext cx="2147483647" cy="95250000"/>
          </a:xfrm>
        </p:grpSpPr>
      </p:grpSp>
      <p:pic>
        <p:nvPicPr>
          <p:cNvPr name="Picture 50" id="50"/>
          <p:cNvPicPr>
            <a:picLocks noChangeAspect="true"/>
          </p:cNvPicPr>
          <p:nvPr/>
        </p:nvPicPr>
        <p:blipFill>
          <a:blip r:embed="rId26"/>
          <a:stretch>
            <a:fillRect/>
          </a:stretch>
        </p:blipFill>
        <p:spPr>
          <a:xfrm rot="5400000">
            <a:off x="-4699000" y="5257800"/>
            <a:ext cx="10922000" cy="12700"/>
          </a:xfrm>
          <a:prstGeom prst="rect">
            <a:avLst/>
          </a:prstGeom>
        </p:spPr>
      </p:pic>
      <p:pic>
        <p:nvPicPr>
          <p:cNvPr name="Picture 51" id="51"/>
          <p:cNvPicPr>
            <a:picLocks noChangeAspect="true"/>
          </p:cNvPicPr>
          <p:nvPr/>
        </p:nvPicPr>
        <p:blipFill>
          <a:blip r:embed="rId27"/>
          <a:stretch>
            <a:fillRect/>
          </a:stretch>
        </p:blipFill>
        <p:spPr>
          <a:xfrm rot="0">
            <a:off x="203200" y="-685800"/>
            <a:ext cx="647700" cy="11658600"/>
          </a:xfrm>
          <a:prstGeom prst="rect">
            <a:avLst/>
          </a:prstGeom>
        </p:spPr>
      </p:pic>
      <p:grpSp>
        <p:nvGrpSpPr>
          <p:cNvPr name="Group 52" id="52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53" id="53"/>
          <p:cNvPicPr>
            <a:picLocks noChangeAspect="true"/>
          </p:cNvPicPr>
          <p:nvPr/>
        </p:nvPicPr>
        <p:blipFill>
          <a:blip r:embed="rId28"/>
          <a:stretch>
            <a:fillRect/>
          </a:stretch>
        </p:blipFill>
        <p:spPr>
          <a:xfrm rot="0">
            <a:off x="2578100" y="1371600"/>
            <a:ext cx="3810000" cy="1562100"/>
          </a:xfrm>
          <a:prstGeom prst="rect">
            <a:avLst/>
          </a:prstGeom>
        </p:spPr>
      </p:pic>
      <p:pic>
        <p:nvPicPr>
          <p:cNvPr name="Picture 54" id="54"/>
          <p:cNvPicPr>
            <a:picLocks noChangeAspect="true"/>
          </p:cNvPicPr>
          <p:nvPr/>
        </p:nvPicPr>
        <p:blipFill>
          <a:blip r:embed="rId29"/>
          <a:stretch>
            <a:fillRect/>
          </a:stretch>
        </p:blipFill>
        <p:spPr>
          <a:xfrm rot="0">
            <a:off x="1333500" y="1219200"/>
            <a:ext cx="1333500" cy="1117600"/>
          </a:xfrm>
          <a:prstGeom prst="rect">
            <a:avLst/>
          </a:prstGeom>
        </p:spPr>
      </p:pic>
      <p:pic>
        <p:nvPicPr>
          <p:cNvPr name="Picture 55" id="55"/>
          <p:cNvPicPr>
            <a:picLocks noChangeAspect="true"/>
          </p:cNvPicPr>
          <p:nvPr/>
        </p:nvPicPr>
        <p:blipFill>
          <a:blip r:embed="rId30"/>
          <a:stretch>
            <a:fillRect/>
          </a:stretch>
        </p:blipFill>
        <p:spPr>
          <a:xfrm rot="0">
            <a:off x="6642100" y="1333500"/>
            <a:ext cx="9131300" cy="1041400"/>
          </a:xfrm>
          <a:prstGeom prst="rect">
            <a:avLst/>
          </a:prstGeom>
        </p:spPr>
      </p:pic>
      <p:pic>
        <p:nvPicPr>
          <p:cNvPr name="Picture 56" id="56"/>
          <p:cNvPicPr>
            <a:picLocks noChangeAspect="true"/>
          </p:cNvPicPr>
          <p:nvPr/>
        </p:nvPicPr>
        <p:blipFill>
          <a:blip r:embed="rId31"/>
          <a:stretch>
            <a:fillRect/>
          </a:stretch>
        </p:blipFill>
        <p:spPr>
          <a:xfrm rot="0">
            <a:off x="1968500" y="4673600"/>
            <a:ext cx="1803400" cy="3251200"/>
          </a:xfrm>
          <a:prstGeom prst="rect">
            <a:avLst/>
          </a:prstGeom>
        </p:spPr>
      </p:pic>
      <p:grpSp>
        <p:nvGrpSpPr>
          <p:cNvPr name="Group 57" id="57"/>
          <p:cNvGrpSpPr/>
          <p:nvPr/>
        </p:nvGrpSpPr>
        <p:grpSpPr>
          <a:xfrm>
            <a:off x="2147483647" y="2147483647"/>
            <a:ext cx="2147483647" cy="190500000"/>
          </a:xfrm>
        </p:grpSpPr>
      </p:grpSp>
      <p:pic>
        <p:nvPicPr>
          <p:cNvPr name="Picture 58" id="58"/>
          <p:cNvPicPr>
            <a:picLocks noChangeAspect="true"/>
          </p:cNvPicPr>
          <p:nvPr/>
        </p:nvPicPr>
        <p:blipFill>
          <a:blip r:embed="rId32"/>
          <a:stretch>
            <a:fillRect/>
          </a:stretch>
        </p:blipFill>
        <p:spPr>
          <a:xfrm rot="0">
            <a:off x="1892300" y="5918200"/>
            <a:ext cx="1828800" cy="12700"/>
          </a:xfrm>
          <a:prstGeom prst="rect">
            <a:avLst/>
          </a:prstGeom>
        </p:spPr>
      </p:pic>
      <p:pic>
        <p:nvPicPr>
          <p:cNvPr name="Picture 59" id="59"/>
          <p:cNvPicPr>
            <a:picLocks noChangeAspect="true"/>
          </p:cNvPicPr>
          <p:nvPr/>
        </p:nvPicPr>
        <p:blipFill>
          <a:blip r:embed="rId33"/>
          <a:stretch>
            <a:fillRect/>
          </a:stretch>
        </p:blipFill>
        <p:spPr>
          <a:xfrm rot="0">
            <a:off x="3683000" y="4622800"/>
            <a:ext cx="7366000" cy="3873500"/>
          </a:xfrm>
          <a:prstGeom prst="rect">
            <a:avLst/>
          </a:prstGeom>
        </p:spPr>
      </p:pic>
      <p:pic>
        <p:nvPicPr>
          <p:cNvPr name="Picture 60" id="60"/>
          <p:cNvPicPr>
            <a:picLocks noChangeAspect="true"/>
          </p:cNvPicPr>
          <p:nvPr/>
        </p:nvPicPr>
        <p:blipFill>
          <a:blip r:embed="rId34"/>
          <a:stretch>
            <a:fillRect/>
          </a:stretch>
        </p:blipFill>
        <p:spPr>
          <a:xfrm rot="0">
            <a:off x="317500" y="4953000"/>
            <a:ext cx="13944600" cy="3683000"/>
          </a:xfrm>
          <a:prstGeom prst="rect">
            <a:avLst/>
          </a:prstGeom>
        </p:spPr>
      </p:pic>
      <p:pic>
        <p:nvPicPr>
          <p:cNvPr name="Picture 61" id="61"/>
          <p:cNvPicPr>
            <a:picLocks noChangeAspect="true"/>
          </p:cNvPicPr>
          <p:nvPr/>
        </p:nvPicPr>
        <p:blipFill>
          <a:blip r:embed="rId35"/>
          <a:stretch>
            <a:fillRect/>
          </a:stretch>
        </p:blipFill>
        <p:spPr>
          <a:xfrm rot="0">
            <a:off x="3797300" y="4737100"/>
            <a:ext cx="7150100" cy="1104900"/>
          </a:xfrm>
          <a:prstGeom prst="rect">
            <a:avLst/>
          </a:prstGeom>
        </p:spPr>
      </p:pic>
      <p:pic>
        <p:nvPicPr>
          <p:cNvPr name="Picture 62" id="62"/>
          <p:cNvPicPr>
            <a:picLocks noChangeAspect="true"/>
          </p:cNvPicPr>
          <p:nvPr/>
        </p:nvPicPr>
        <p:blipFill>
          <a:blip r:embed="rId36"/>
          <a:stretch>
            <a:fillRect/>
          </a:stretch>
        </p:blipFill>
        <p:spPr>
          <a:xfrm rot="0">
            <a:off x="5232400" y="5257800"/>
            <a:ext cx="203200" cy="203200"/>
          </a:xfrm>
          <a:prstGeom prst="rect">
            <a:avLst/>
          </a:prstGeom>
        </p:spPr>
      </p:pic>
      <p:pic>
        <p:nvPicPr>
          <p:cNvPr name="Picture 63" id="63"/>
          <p:cNvPicPr>
            <a:picLocks noChangeAspect="true"/>
          </p:cNvPicPr>
          <p:nvPr/>
        </p:nvPicPr>
        <p:blipFill>
          <a:blip r:embed="rId37"/>
          <a:stretch>
            <a:fillRect/>
          </a:stretch>
        </p:blipFill>
        <p:spPr>
          <a:xfrm rot="0">
            <a:off x="5435600" y="5181600"/>
            <a:ext cx="838200" cy="406400"/>
          </a:xfrm>
          <a:prstGeom prst="rect">
            <a:avLst/>
          </a:prstGeom>
        </p:spPr>
      </p:pic>
      <p:grpSp>
        <p:nvGrpSpPr>
          <p:cNvPr name="Group 64" id="64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65" id="65"/>
          <p:cNvPicPr>
            <a:picLocks noChangeAspect="true"/>
          </p:cNvPicPr>
          <p:nvPr/>
        </p:nvPicPr>
        <p:blipFill>
          <a:blip r:embed="rId38"/>
          <a:stretch>
            <a:fillRect/>
          </a:stretch>
        </p:blipFill>
        <p:spPr>
          <a:xfrm rot="0">
            <a:off x="7302500" y="5257800"/>
            <a:ext cx="190500" cy="190500"/>
          </a:xfrm>
          <a:prstGeom prst="rect">
            <a:avLst/>
          </a:prstGeom>
        </p:spPr>
      </p:pic>
      <p:pic>
        <p:nvPicPr>
          <p:cNvPr name="Picture 66" id="66"/>
          <p:cNvPicPr>
            <a:picLocks noChangeAspect="true"/>
          </p:cNvPicPr>
          <p:nvPr/>
        </p:nvPicPr>
        <p:blipFill>
          <a:blip r:embed="rId39"/>
          <a:stretch>
            <a:fillRect/>
          </a:stretch>
        </p:blipFill>
        <p:spPr>
          <a:xfrm rot="0">
            <a:off x="7505700" y="5194300"/>
            <a:ext cx="1028700" cy="393700"/>
          </a:xfrm>
          <a:prstGeom prst="rect">
            <a:avLst/>
          </a:prstGeom>
        </p:spPr>
      </p:pic>
      <p:grpSp>
        <p:nvGrpSpPr>
          <p:cNvPr name="Group 67" id="67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68" id="68"/>
          <p:cNvPicPr>
            <a:picLocks noChangeAspect="true"/>
          </p:cNvPicPr>
          <p:nvPr/>
        </p:nvPicPr>
        <p:blipFill>
          <a:blip r:embed="rId38"/>
          <a:stretch>
            <a:fillRect/>
          </a:stretch>
        </p:blipFill>
        <p:spPr>
          <a:xfrm rot="0">
            <a:off x="6248400" y="5257800"/>
            <a:ext cx="190500" cy="190500"/>
          </a:xfrm>
          <a:prstGeom prst="rect">
            <a:avLst/>
          </a:prstGeom>
        </p:spPr>
      </p:pic>
      <p:pic>
        <p:nvPicPr>
          <p:cNvPr name="Picture 69" id="69"/>
          <p:cNvPicPr>
            <a:picLocks noChangeAspect="true"/>
          </p:cNvPicPr>
          <p:nvPr/>
        </p:nvPicPr>
        <p:blipFill>
          <a:blip r:embed="rId40"/>
          <a:stretch>
            <a:fillRect/>
          </a:stretch>
        </p:blipFill>
        <p:spPr>
          <a:xfrm rot="0">
            <a:off x="6451600" y="5194300"/>
            <a:ext cx="889000" cy="393700"/>
          </a:xfrm>
          <a:prstGeom prst="rect">
            <a:avLst/>
          </a:prstGeom>
        </p:spPr>
      </p:pic>
      <p:pic>
        <p:nvPicPr>
          <p:cNvPr name="Picture 70" id="70"/>
          <p:cNvPicPr>
            <a:picLocks noChangeAspect="true"/>
          </p:cNvPicPr>
          <p:nvPr/>
        </p:nvPicPr>
        <p:blipFill>
          <a:blip r:embed="rId41"/>
          <a:stretch>
            <a:fillRect/>
          </a:stretch>
        </p:blipFill>
        <p:spPr>
          <a:xfrm rot="0">
            <a:off x="4241800" y="5207000"/>
            <a:ext cx="889000" cy="393700"/>
          </a:xfrm>
          <a:prstGeom prst="rect">
            <a:avLst/>
          </a:prstGeom>
        </p:spPr>
      </p:pic>
      <p:grpSp>
        <p:nvGrpSpPr>
          <p:cNvPr name="Group 71" id="71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72" id="72"/>
          <p:cNvPicPr>
            <a:picLocks noChangeAspect="true"/>
          </p:cNvPicPr>
          <p:nvPr/>
        </p:nvPicPr>
        <p:blipFill>
          <a:blip r:embed="rId38"/>
          <a:stretch>
            <a:fillRect/>
          </a:stretch>
        </p:blipFill>
        <p:spPr>
          <a:xfrm rot="0">
            <a:off x="8496300" y="5257800"/>
            <a:ext cx="190500" cy="190500"/>
          </a:xfrm>
          <a:prstGeom prst="rect">
            <a:avLst/>
          </a:prstGeom>
        </p:spPr>
      </p:pic>
      <p:pic>
        <p:nvPicPr>
          <p:cNvPr name="Picture 73" id="73"/>
          <p:cNvPicPr>
            <a:picLocks noChangeAspect="true"/>
          </p:cNvPicPr>
          <p:nvPr/>
        </p:nvPicPr>
        <p:blipFill>
          <a:blip r:embed="rId42"/>
          <a:stretch>
            <a:fillRect/>
          </a:stretch>
        </p:blipFill>
        <p:spPr>
          <a:xfrm rot="0">
            <a:off x="8699500" y="5181600"/>
            <a:ext cx="1104900" cy="406400"/>
          </a:xfrm>
          <a:prstGeom prst="rect">
            <a:avLst/>
          </a:prstGeom>
        </p:spPr>
      </p:pic>
      <p:pic>
        <p:nvPicPr>
          <p:cNvPr name="Picture 74" id="74"/>
          <p:cNvPicPr>
            <a:picLocks noChangeAspect="true"/>
          </p:cNvPicPr>
          <p:nvPr/>
        </p:nvPicPr>
        <p:blipFill>
          <a:blip r:embed="rId38"/>
          <a:stretch>
            <a:fillRect/>
          </a:stretch>
        </p:blipFill>
        <p:spPr>
          <a:xfrm rot="0">
            <a:off x="4038600" y="5486400"/>
            <a:ext cx="190500" cy="190500"/>
          </a:xfrm>
          <a:prstGeom prst="rect">
            <a:avLst/>
          </a:prstGeom>
        </p:spPr>
      </p:pic>
      <p:pic>
        <p:nvPicPr>
          <p:cNvPr name="Picture 75" id="75"/>
          <p:cNvPicPr>
            <a:picLocks noChangeAspect="true"/>
          </p:cNvPicPr>
          <p:nvPr/>
        </p:nvPicPr>
        <p:blipFill>
          <a:blip r:embed="rId36"/>
          <a:stretch>
            <a:fillRect/>
          </a:stretch>
        </p:blipFill>
        <p:spPr>
          <a:xfrm rot="0">
            <a:off x="7315200" y="5473700"/>
            <a:ext cx="203200" cy="203200"/>
          </a:xfrm>
          <a:prstGeom prst="rect">
            <a:avLst/>
          </a:prstGeom>
        </p:spPr>
      </p:pic>
      <p:pic>
        <p:nvPicPr>
          <p:cNvPr name="Picture 76" id="76"/>
          <p:cNvPicPr>
            <a:picLocks noChangeAspect="true"/>
          </p:cNvPicPr>
          <p:nvPr/>
        </p:nvPicPr>
        <p:blipFill>
          <a:blip r:embed="rId36"/>
          <a:stretch>
            <a:fillRect/>
          </a:stretch>
        </p:blipFill>
        <p:spPr>
          <a:xfrm rot="0">
            <a:off x="4038600" y="5257800"/>
            <a:ext cx="203200" cy="203200"/>
          </a:xfrm>
          <a:prstGeom prst="rect">
            <a:avLst/>
          </a:prstGeom>
        </p:spPr>
      </p:pic>
      <p:grpSp>
        <p:nvGrpSpPr>
          <p:cNvPr name="Group 77" id="77"/>
          <p:cNvGrpSpPr/>
          <p:nvPr/>
        </p:nvGrpSpPr>
        <p:grpSpPr>
          <a:xfrm>
            <a:off x="2147483647" y="2147483647"/>
            <a:ext cx="2147483647" cy="190500000"/>
          </a:xfrm>
        </p:grpSpPr>
      </p:grpSp>
      <p:pic>
        <p:nvPicPr>
          <p:cNvPr name="Picture 78" id="78"/>
          <p:cNvPicPr>
            <a:picLocks noChangeAspect="true"/>
          </p:cNvPicPr>
          <p:nvPr/>
        </p:nvPicPr>
        <p:blipFill>
          <a:blip r:embed="rId43"/>
          <a:stretch>
            <a:fillRect/>
          </a:stretch>
        </p:blipFill>
        <p:spPr>
          <a:xfrm rot="0">
            <a:off x="12141200" y="3759200"/>
            <a:ext cx="5486400" cy="12700"/>
          </a:xfrm>
          <a:prstGeom prst="rect">
            <a:avLst/>
          </a:prstGeom>
        </p:spPr>
      </p:pic>
      <p:grpSp>
        <p:nvGrpSpPr>
          <p:cNvPr name="Group 79" id="79"/>
          <p:cNvGrpSpPr/>
          <p:nvPr/>
        </p:nvGrpSpPr>
        <p:grpSpPr>
          <a:xfrm>
            <a:off x="2147483647" y="2147483647"/>
            <a:ext cx="2147483647" cy="190500000"/>
          </a:xfrm>
        </p:grpSpPr>
      </p:grpSp>
      <p:pic>
        <p:nvPicPr>
          <p:cNvPr name="Picture 80" id="80"/>
          <p:cNvPicPr>
            <a:picLocks noChangeAspect="true"/>
          </p:cNvPicPr>
          <p:nvPr/>
        </p:nvPicPr>
        <p:blipFill>
          <a:blip r:embed="rId43"/>
          <a:stretch>
            <a:fillRect/>
          </a:stretch>
        </p:blipFill>
        <p:spPr>
          <a:xfrm rot="0">
            <a:off x="12141200" y="4533900"/>
            <a:ext cx="5486400" cy="12700"/>
          </a:xfrm>
          <a:prstGeom prst="rect">
            <a:avLst/>
          </a:prstGeom>
        </p:spPr>
      </p:pic>
      <p:grpSp>
        <p:nvGrpSpPr>
          <p:cNvPr name="Group 81" id="81"/>
          <p:cNvGrpSpPr/>
          <p:nvPr/>
        </p:nvGrpSpPr>
        <p:grpSpPr>
          <a:xfrm>
            <a:off x="2147483647" y="2147483647"/>
            <a:ext cx="2147483647" cy="190500000"/>
          </a:xfrm>
        </p:grpSpPr>
      </p:grpSp>
      <p:pic>
        <p:nvPicPr>
          <p:cNvPr name="Picture 82" id="82"/>
          <p:cNvPicPr>
            <a:picLocks noChangeAspect="true"/>
          </p:cNvPicPr>
          <p:nvPr/>
        </p:nvPicPr>
        <p:blipFill>
          <a:blip r:embed="rId43"/>
          <a:stretch>
            <a:fillRect/>
          </a:stretch>
        </p:blipFill>
        <p:spPr>
          <a:xfrm rot="0">
            <a:off x="12141200" y="5359400"/>
            <a:ext cx="5486400" cy="12700"/>
          </a:xfrm>
          <a:prstGeom prst="rect">
            <a:avLst/>
          </a:prstGeom>
        </p:spPr>
      </p:pic>
      <p:grpSp>
        <p:nvGrpSpPr>
          <p:cNvPr name="Group 83" id="83"/>
          <p:cNvGrpSpPr/>
          <p:nvPr/>
        </p:nvGrpSpPr>
        <p:grpSpPr>
          <a:xfrm>
            <a:off x="2147483647" y="2147483647"/>
            <a:ext cx="2147483647" cy="190500000"/>
          </a:xfrm>
        </p:grpSpPr>
      </p:grpSp>
      <p:pic>
        <p:nvPicPr>
          <p:cNvPr name="Picture 84" id="84"/>
          <p:cNvPicPr>
            <a:picLocks noChangeAspect="true"/>
          </p:cNvPicPr>
          <p:nvPr/>
        </p:nvPicPr>
        <p:blipFill>
          <a:blip r:embed="rId43"/>
          <a:stretch>
            <a:fillRect/>
          </a:stretch>
        </p:blipFill>
        <p:spPr>
          <a:xfrm rot="0">
            <a:off x="12141200" y="7226300"/>
            <a:ext cx="5486400" cy="12700"/>
          </a:xfrm>
          <a:prstGeom prst="rect">
            <a:avLst/>
          </a:prstGeom>
        </p:spPr>
      </p:pic>
      <p:grpSp>
        <p:nvGrpSpPr>
          <p:cNvPr name="Group 85" id="85"/>
          <p:cNvGrpSpPr/>
          <p:nvPr/>
        </p:nvGrpSpPr>
        <p:grpSpPr>
          <a:xfrm>
            <a:off x="2147483647" y="2147483647"/>
            <a:ext cx="2147483647" cy="190500000"/>
          </a:xfrm>
        </p:grpSpPr>
      </p:grpSp>
      <p:pic>
        <p:nvPicPr>
          <p:cNvPr name="Picture 86" id="86"/>
          <p:cNvPicPr>
            <a:picLocks noChangeAspect="true"/>
          </p:cNvPicPr>
          <p:nvPr/>
        </p:nvPicPr>
        <p:blipFill>
          <a:blip r:embed="rId43"/>
          <a:stretch>
            <a:fillRect/>
          </a:stretch>
        </p:blipFill>
        <p:spPr>
          <a:xfrm rot="0">
            <a:off x="12141200" y="8039100"/>
            <a:ext cx="5486400" cy="12700"/>
          </a:xfrm>
          <a:prstGeom prst="rect">
            <a:avLst/>
          </a:prstGeom>
        </p:spPr>
      </p:pic>
      <p:grpSp>
        <p:nvGrpSpPr>
          <p:cNvPr name="Group 87" id="87"/>
          <p:cNvGrpSpPr/>
          <p:nvPr/>
        </p:nvGrpSpPr>
        <p:grpSpPr>
          <a:xfrm>
            <a:off x="2147483647" y="2147483647"/>
            <a:ext cx="2147483647" cy="190500000"/>
          </a:xfrm>
        </p:grpSpPr>
      </p:grpSp>
      <p:pic>
        <p:nvPicPr>
          <p:cNvPr name="Picture 88" id="88"/>
          <p:cNvPicPr>
            <a:picLocks noChangeAspect="true"/>
          </p:cNvPicPr>
          <p:nvPr/>
        </p:nvPicPr>
        <p:blipFill>
          <a:blip r:embed="rId43"/>
          <a:stretch>
            <a:fillRect/>
          </a:stretch>
        </p:blipFill>
        <p:spPr>
          <a:xfrm rot="0">
            <a:off x="12141200" y="8851900"/>
            <a:ext cx="5486400" cy="12700"/>
          </a:xfrm>
          <a:prstGeom prst="rect">
            <a:avLst/>
          </a:prstGeom>
        </p:spPr>
      </p:pic>
      <p:pic>
        <p:nvPicPr>
          <p:cNvPr name="Picture 89" id="89"/>
          <p:cNvPicPr>
            <a:picLocks noChangeAspect="true"/>
          </p:cNvPicPr>
          <p:nvPr/>
        </p:nvPicPr>
        <p:blipFill>
          <a:blip r:embed="rId44"/>
          <a:stretch>
            <a:fillRect/>
          </a:stretch>
        </p:blipFill>
        <p:spPr>
          <a:xfrm rot="0">
            <a:off x="3810000" y="7835900"/>
            <a:ext cx="7035800" cy="190500"/>
          </a:xfrm>
          <a:prstGeom prst="rect">
            <a:avLst/>
          </a:prstGeom>
        </p:spPr>
      </p:pic>
      <p:pic>
        <p:nvPicPr>
          <p:cNvPr name="Picture 90" id="90"/>
          <p:cNvPicPr>
            <a:picLocks noChangeAspect="true"/>
          </p:cNvPicPr>
          <p:nvPr/>
        </p:nvPicPr>
        <p:blipFill>
          <a:blip r:embed="rId45"/>
          <a:stretch>
            <a:fillRect/>
          </a:stretch>
        </p:blipFill>
        <p:spPr>
          <a:xfrm rot="5400000">
            <a:off x="10020300" y="6705600"/>
            <a:ext cx="1828800" cy="190500"/>
          </a:xfrm>
          <a:prstGeom prst="rect">
            <a:avLst/>
          </a:prstGeom>
        </p:spPr>
      </p:pic>
      <p:grpSp>
        <p:nvGrpSpPr>
          <p:cNvPr name="Group 91" id="91"/>
          <p:cNvGrpSpPr/>
          <p:nvPr/>
        </p:nvGrpSpPr>
        <p:grpSpPr>
          <a:xfrm>
            <a:off x="2147483647" y="2147483647"/>
            <a:ext cx="2147483647" cy="190500000"/>
          </a:xfrm>
        </p:grpSpPr>
      </p:grpSp>
      <p:pic>
        <p:nvPicPr>
          <p:cNvPr name="Picture 92" id="92"/>
          <p:cNvPicPr>
            <a:picLocks noChangeAspect="true"/>
          </p:cNvPicPr>
          <p:nvPr/>
        </p:nvPicPr>
        <p:blipFill>
          <a:blip r:embed="rId43"/>
          <a:stretch>
            <a:fillRect/>
          </a:stretch>
        </p:blipFill>
        <p:spPr>
          <a:xfrm rot="0">
            <a:off x="12141200" y="9334500"/>
            <a:ext cx="5486400" cy="12700"/>
          </a:xfrm>
          <a:prstGeom prst="rect">
            <a:avLst/>
          </a:prstGeom>
        </p:spPr>
      </p:pic>
      <p:pic>
        <p:nvPicPr>
          <p:cNvPr name="Picture 93" id="93"/>
          <p:cNvPicPr>
            <a:picLocks noChangeAspect="true"/>
          </p:cNvPicPr>
          <p:nvPr/>
        </p:nvPicPr>
        <p:blipFill>
          <a:blip r:embed="rId46"/>
          <a:stretch>
            <a:fillRect/>
          </a:stretch>
        </p:blipFill>
        <p:spPr>
          <a:xfrm rot="0">
            <a:off x="4241800" y="5422900"/>
            <a:ext cx="1028700" cy="393700"/>
          </a:xfrm>
          <a:prstGeom prst="rect">
            <a:avLst/>
          </a:prstGeom>
        </p:spPr>
      </p:pic>
      <p:grpSp>
        <p:nvGrpSpPr>
          <p:cNvPr name="Group 94" id="94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95" id="95"/>
          <p:cNvPicPr>
            <a:picLocks noChangeAspect="true"/>
          </p:cNvPicPr>
          <p:nvPr/>
        </p:nvPicPr>
        <p:blipFill>
          <a:blip r:embed="rId38"/>
          <a:stretch>
            <a:fillRect/>
          </a:stretch>
        </p:blipFill>
        <p:spPr>
          <a:xfrm rot="0">
            <a:off x="5232400" y="5486400"/>
            <a:ext cx="190500" cy="190500"/>
          </a:xfrm>
          <a:prstGeom prst="rect">
            <a:avLst/>
          </a:prstGeom>
        </p:spPr>
      </p:pic>
      <p:pic>
        <p:nvPicPr>
          <p:cNvPr name="Picture 96" id="96"/>
          <p:cNvPicPr>
            <a:picLocks noChangeAspect="true"/>
          </p:cNvPicPr>
          <p:nvPr/>
        </p:nvPicPr>
        <p:blipFill>
          <a:blip r:embed="rId47"/>
          <a:stretch>
            <a:fillRect/>
          </a:stretch>
        </p:blipFill>
        <p:spPr>
          <a:xfrm rot="0">
            <a:off x="5435600" y="5422900"/>
            <a:ext cx="876300" cy="393700"/>
          </a:xfrm>
          <a:prstGeom prst="rect">
            <a:avLst/>
          </a:prstGeom>
        </p:spPr>
      </p:pic>
      <p:grpSp>
        <p:nvGrpSpPr>
          <p:cNvPr name="Group 97" id="97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98" id="98"/>
          <p:cNvPicPr>
            <a:picLocks noChangeAspect="true"/>
          </p:cNvPicPr>
          <p:nvPr/>
        </p:nvPicPr>
        <p:blipFill>
          <a:blip r:embed="rId38"/>
          <a:stretch>
            <a:fillRect/>
          </a:stretch>
        </p:blipFill>
        <p:spPr>
          <a:xfrm rot="0">
            <a:off x="6261100" y="5486400"/>
            <a:ext cx="190500" cy="190500"/>
          </a:xfrm>
          <a:prstGeom prst="rect">
            <a:avLst/>
          </a:prstGeom>
        </p:spPr>
      </p:pic>
      <p:pic>
        <p:nvPicPr>
          <p:cNvPr name="Picture 99" id="99"/>
          <p:cNvPicPr>
            <a:picLocks noChangeAspect="true"/>
          </p:cNvPicPr>
          <p:nvPr/>
        </p:nvPicPr>
        <p:blipFill>
          <a:blip r:embed="rId48"/>
          <a:stretch>
            <a:fillRect/>
          </a:stretch>
        </p:blipFill>
        <p:spPr>
          <a:xfrm rot="0">
            <a:off x="6464300" y="5422900"/>
            <a:ext cx="762000" cy="393700"/>
          </a:xfrm>
          <a:prstGeom prst="rect">
            <a:avLst/>
          </a:prstGeom>
        </p:spPr>
      </p:pic>
      <p:pic>
        <p:nvPicPr>
          <p:cNvPr name="Picture 100" id="100"/>
          <p:cNvPicPr>
            <a:picLocks noChangeAspect="true"/>
          </p:cNvPicPr>
          <p:nvPr/>
        </p:nvPicPr>
        <p:blipFill>
          <a:blip r:embed="rId49"/>
          <a:stretch>
            <a:fillRect/>
          </a:stretch>
        </p:blipFill>
        <p:spPr>
          <a:xfrm rot="0">
            <a:off x="7518400" y="5422900"/>
            <a:ext cx="876300" cy="609600"/>
          </a:xfrm>
          <a:prstGeom prst="rect">
            <a:avLst/>
          </a:prstGeom>
        </p:spPr>
      </p:pic>
      <p:grpSp>
        <p:nvGrpSpPr>
          <p:cNvPr name="Group 101" id="101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02" id="102"/>
          <p:cNvPicPr>
            <a:picLocks noChangeAspect="true"/>
          </p:cNvPicPr>
          <p:nvPr/>
        </p:nvPicPr>
        <p:blipFill>
          <a:blip r:embed="rId38"/>
          <a:stretch>
            <a:fillRect/>
          </a:stretch>
        </p:blipFill>
        <p:spPr>
          <a:xfrm rot="0">
            <a:off x="8496300" y="5486400"/>
            <a:ext cx="190500" cy="190500"/>
          </a:xfrm>
          <a:prstGeom prst="rect">
            <a:avLst/>
          </a:prstGeom>
        </p:spPr>
      </p:pic>
      <p:pic>
        <p:nvPicPr>
          <p:cNvPr name="Picture 103" id="103"/>
          <p:cNvPicPr>
            <a:picLocks noChangeAspect="true"/>
          </p:cNvPicPr>
          <p:nvPr/>
        </p:nvPicPr>
        <p:blipFill>
          <a:blip r:embed="rId50"/>
          <a:stretch>
            <a:fillRect/>
          </a:stretch>
        </p:blipFill>
        <p:spPr>
          <a:xfrm rot="0">
            <a:off x="8699500" y="5422900"/>
            <a:ext cx="889000" cy="393700"/>
          </a:xfrm>
          <a:prstGeom prst="rect">
            <a:avLst/>
          </a:prstGeom>
        </p:spPr>
      </p:pic>
      <p:grpSp>
        <p:nvGrpSpPr>
          <p:cNvPr name="Group 104" id="104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05" id="105"/>
          <p:cNvPicPr>
            <a:picLocks noChangeAspect="true"/>
          </p:cNvPicPr>
          <p:nvPr/>
        </p:nvPicPr>
        <p:blipFill>
          <a:blip r:embed="rId51"/>
          <a:stretch>
            <a:fillRect/>
          </a:stretch>
        </p:blipFill>
        <p:spPr>
          <a:xfrm rot="0">
            <a:off x="9893300" y="5346700"/>
            <a:ext cx="800100" cy="330200"/>
          </a:xfrm>
          <a:prstGeom prst="rect">
            <a:avLst/>
          </a:prstGeom>
        </p:spPr>
      </p:pic>
      <p:pic>
        <p:nvPicPr>
          <p:cNvPr name="Picture 106" id="106"/>
          <p:cNvPicPr>
            <a:picLocks noChangeAspect="true"/>
          </p:cNvPicPr>
          <p:nvPr/>
        </p:nvPicPr>
        <p:blipFill>
          <a:blip r:embed="rId52"/>
          <a:stretch>
            <a:fillRect/>
          </a:stretch>
        </p:blipFill>
        <p:spPr>
          <a:xfrm rot="0">
            <a:off x="9982200" y="5321300"/>
            <a:ext cx="444500" cy="406400"/>
          </a:xfrm>
          <a:prstGeom prst="rect">
            <a:avLst/>
          </a:prstGeom>
        </p:spPr>
      </p:pic>
      <p:grpSp>
        <p:nvGrpSpPr>
          <p:cNvPr name="Group 107" id="107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grpSp>
        <p:nvGrpSpPr>
          <p:cNvPr name="Group 108" id="108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09" id="109"/>
          <p:cNvPicPr>
            <a:picLocks noChangeAspect="true"/>
          </p:cNvPicPr>
          <p:nvPr/>
        </p:nvPicPr>
        <p:blipFill>
          <a:blip r:embed="rId53"/>
          <a:stretch>
            <a:fillRect/>
          </a:stretch>
        </p:blipFill>
        <p:spPr>
          <a:xfrm rot="0">
            <a:off x="4597400" y="4889500"/>
            <a:ext cx="1092200" cy="228600"/>
          </a:xfrm>
          <a:prstGeom prst="rect">
            <a:avLst/>
          </a:prstGeom>
        </p:spPr>
      </p:pic>
      <p:pic>
        <p:nvPicPr>
          <p:cNvPr name="Picture 110" id="110"/>
          <p:cNvPicPr>
            <a:picLocks noChangeAspect="true"/>
          </p:cNvPicPr>
          <p:nvPr/>
        </p:nvPicPr>
        <p:blipFill>
          <a:blip r:embed="rId54"/>
          <a:stretch>
            <a:fillRect/>
          </a:stretch>
        </p:blipFill>
        <p:spPr>
          <a:xfrm rot="0">
            <a:off x="4572000" y="4838700"/>
            <a:ext cx="1155700" cy="304800"/>
          </a:xfrm>
          <a:prstGeom prst="rect">
            <a:avLst/>
          </a:prstGeom>
        </p:spPr>
      </p:pic>
      <p:pic>
        <p:nvPicPr>
          <p:cNvPr name="Picture 111" id="111"/>
          <p:cNvPicPr>
            <a:picLocks noChangeAspect="true"/>
          </p:cNvPicPr>
          <p:nvPr/>
        </p:nvPicPr>
        <p:blipFill>
          <a:blip r:embed="rId55"/>
          <a:stretch>
            <a:fillRect/>
          </a:stretch>
        </p:blipFill>
        <p:spPr>
          <a:xfrm rot="0">
            <a:off x="3975100" y="4826000"/>
            <a:ext cx="584200" cy="406400"/>
          </a:xfrm>
          <a:prstGeom prst="rect">
            <a:avLst/>
          </a:prstGeom>
        </p:spPr>
      </p:pic>
      <p:grpSp>
        <p:nvGrpSpPr>
          <p:cNvPr name="Group 112" id="112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grpSp>
        <p:nvGrpSpPr>
          <p:cNvPr name="Group 113" id="113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14" id="114"/>
          <p:cNvPicPr>
            <a:picLocks noChangeAspect="true"/>
          </p:cNvPicPr>
          <p:nvPr/>
        </p:nvPicPr>
        <p:blipFill>
          <a:blip r:embed="rId53"/>
          <a:stretch>
            <a:fillRect/>
          </a:stretch>
        </p:blipFill>
        <p:spPr>
          <a:xfrm rot="0">
            <a:off x="6375400" y="4889500"/>
            <a:ext cx="1092200" cy="228600"/>
          </a:xfrm>
          <a:prstGeom prst="rect">
            <a:avLst/>
          </a:prstGeom>
        </p:spPr>
      </p:pic>
      <p:pic>
        <p:nvPicPr>
          <p:cNvPr name="Picture 115" id="115"/>
          <p:cNvPicPr>
            <a:picLocks noChangeAspect="true"/>
          </p:cNvPicPr>
          <p:nvPr/>
        </p:nvPicPr>
        <p:blipFill>
          <a:blip r:embed="rId54"/>
          <a:stretch>
            <a:fillRect/>
          </a:stretch>
        </p:blipFill>
        <p:spPr>
          <a:xfrm rot="0">
            <a:off x="6350000" y="4838700"/>
            <a:ext cx="1155700" cy="304800"/>
          </a:xfrm>
          <a:prstGeom prst="rect">
            <a:avLst/>
          </a:prstGeom>
        </p:spPr>
      </p:pic>
      <p:pic>
        <p:nvPicPr>
          <p:cNvPr name="Picture 116" id="116"/>
          <p:cNvPicPr>
            <a:picLocks noChangeAspect="true"/>
          </p:cNvPicPr>
          <p:nvPr/>
        </p:nvPicPr>
        <p:blipFill>
          <a:blip r:embed="rId56"/>
          <a:stretch>
            <a:fillRect/>
          </a:stretch>
        </p:blipFill>
        <p:spPr>
          <a:xfrm rot="0">
            <a:off x="5905500" y="4851400"/>
            <a:ext cx="444500" cy="609600"/>
          </a:xfrm>
          <a:prstGeom prst="rect">
            <a:avLst/>
          </a:prstGeom>
        </p:spPr>
      </p:pic>
      <p:grpSp>
        <p:nvGrpSpPr>
          <p:cNvPr name="Group 117" id="117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18" id="118"/>
          <p:cNvPicPr>
            <a:picLocks noChangeAspect="true"/>
          </p:cNvPicPr>
          <p:nvPr/>
        </p:nvPicPr>
        <p:blipFill>
          <a:blip r:embed="rId57"/>
          <a:stretch>
            <a:fillRect/>
          </a:stretch>
        </p:blipFill>
        <p:spPr>
          <a:xfrm rot="0">
            <a:off x="1485900" y="4965700"/>
            <a:ext cx="482600" cy="482600"/>
          </a:xfrm>
          <a:prstGeom prst="rect">
            <a:avLst/>
          </a:prstGeom>
        </p:spPr>
      </p:pic>
      <p:pic>
        <p:nvPicPr>
          <p:cNvPr name="Picture 119" id="119"/>
          <p:cNvPicPr>
            <a:picLocks noChangeAspect="true"/>
          </p:cNvPicPr>
          <p:nvPr/>
        </p:nvPicPr>
        <p:blipFill>
          <a:blip r:embed="rId58"/>
          <a:stretch>
            <a:fillRect/>
          </a:stretch>
        </p:blipFill>
        <p:spPr>
          <a:xfrm rot="0">
            <a:off x="1485900" y="4940300"/>
            <a:ext cx="736600" cy="749300"/>
          </a:xfrm>
          <a:prstGeom prst="rect">
            <a:avLst/>
          </a:prstGeom>
        </p:spPr>
      </p:pic>
      <p:grpSp>
        <p:nvGrpSpPr>
          <p:cNvPr name="Group 120" id="120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21" id="121"/>
          <p:cNvPicPr>
            <a:picLocks noChangeAspect="true"/>
          </p:cNvPicPr>
          <p:nvPr/>
        </p:nvPicPr>
        <p:blipFill>
          <a:blip r:embed="rId57"/>
          <a:stretch>
            <a:fillRect/>
          </a:stretch>
        </p:blipFill>
        <p:spPr>
          <a:xfrm rot="0">
            <a:off x="4102100" y="4406900"/>
            <a:ext cx="482600" cy="482600"/>
          </a:xfrm>
          <a:prstGeom prst="rect">
            <a:avLst/>
          </a:prstGeom>
        </p:spPr>
      </p:pic>
      <p:pic>
        <p:nvPicPr>
          <p:cNvPr name="Picture 122" id="122"/>
          <p:cNvPicPr>
            <a:picLocks noChangeAspect="true"/>
          </p:cNvPicPr>
          <p:nvPr/>
        </p:nvPicPr>
        <p:blipFill>
          <a:blip r:embed="rId59"/>
          <a:stretch>
            <a:fillRect/>
          </a:stretch>
        </p:blipFill>
        <p:spPr>
          <a:xfrm rot="0">
            <a:off x="4089400" y="4381500"/>
            <a:ext cx="749300" cy="749300"/>
          </a:xfrm>
          <a:prstGeom prst="rect">
            <a:avLst/>
          </a:prstGeom>
        </p:spPr>
      </p:pic>
      <p:grpSp>
        <p:nvGrpSpPr>
          <p:cNvPr name="Group 123" id="123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24" id="124"/>
          <p:cNvPicPr>
            <a:picLocks noChangeAspect="true"/>
          </p:cNvPicPr>
          <p:nvPr/>
        </p:nvPicPr>
        <p:blipFill>
          <a:blip r:embed="rId57"/>
          <a:stretch>
            <a:fillRect/>
          </a:stretch>
        </p:blipFill>
        <p:spPr>
          <a:xfrm rot="0">
            <a:off x="6019800" y="4394200"/>
            <a:ext cx="482600" cy="482600"/>
          </a:xfrm>
          <a:prstGeom prst="rect">
            <a:avLst/>
          </a:prstGeom>
        </p:spPr>
      </p:pic>
      <p:pic>
        <p:nvPicPr>
          <p:cNvPr name="Picture 125" id="125"/>
          <p:cNvPicPr>
            <a:picLocks noChangeAspect="true"/>
          </p:cNvPicPr>
          <p:nvPr/>
        </p:nvPicPr>
        <p:blipFill>
          <a:blip r:embed="rId60"/>
          <a:stretch>
            <a:fillRect/>
          </a:stretch>
        </p:blipFill>
        <p:spPr>
          <a:xfrm rot="0">
            <a:off x="6007100" y="4368800"/>
            <a:ext cx="711200" cy="762000"/>
          </a:xfrm>
          <a:prstGeom prst="rect">
            <a:avLst/>
          </a:prstGeom>
        </p:spPr>
      </p:pic>
      <p:grpSp>
        <p:nvGrpSpPr>
          <p:cNvPr name="Group 126" id="126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27" id="127"/>
          <p:cNvPicPr>
            <a:picLocks noChangeAspect="true"/>
          </p:cNvPicPr>
          <p:nvPr/>
        </p:nvPicPr>
        <p:blipFill>
          <a:blip r:embed="rId57"/>
          <a:stretch>
            <a:fillRect/>
          </a:stretch>
        </p:blipFill>
        <p:spPr>
          <a:xfrm rot="0">
            <a:off x="3594100" y="5041900"/>
            <a:ext cx="482600" cy="482600"/>
          </a:xfrm>
          <a:prstGeom prst="rect">
            <a:avLst/>
          </a:prstGeom>
        </p:spPr>
      </p:pic>
      <p:pic>
        <p:nvPicPr>
          <p:cNvPr name="Picture 128" id="128"/>
          <p:cNvPicPr>
            <a:picLocks noChangeAspect="true"/>
          </p:cNvPicPr>
          <p:nvPr/>
        </p:nvPicPr>
        <p:blipFill>
          <a:blip r:embed="rId61"/>
          <a:stretch>
            <a:fillRect/>
          </a:stretch>
        </p:blipFill>
        <p:spPr>
          <a:xfrm rot="0">
            <a:off x="3594100" y="5029200"/>
            <a:ext cx="685800" cy="1320800"/>
          </a:xfrm>
          <a:prstGeom prst="rect">
            <a:avLst/>
          </a:prstGeom>
        </p:spPr>
      </p:pic>
      <p:grpSp>
        <p:nvGrpSpPr>
          <p:cNvPr name="Group 129" id="129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30" id="130"/>
          <p:cNvPicPr>
            <a:picLocks noChangeAspect="true"/>
          </p:cNvPicPr>
          <p:nvPr/>
        </p:nvPicPr>
        <p:blipFill>
          <a:blip r:embed="rId57"/>
          <a:stretch>
            <a:fillRect/>
          </a:stretch>
        </p:blipFill>
        <p:spPr>
          <a:xfrm rot="0">
            <a:off x="9652000" y="4889500"/>
            <a:ext cx="482600" cy="482600"/>
          </a:xfrm>
          <a:prstGeom prst="rect">
            <a:avLst/>
          </a:prstGeom>
        </p:spPr>
      </p:pic>
      <p:pic>
        <p:nvPicPr>
          <p:cNvPr name="Picture 131" id="131"/>
          <p:cNvPicPr>
            <a:picLocks noChangeAspect="true"/>
          </p:cNvPicPr>
          <p:nvPr/>
        </p:nvPicPr>
        <p:blipFill>
          <a:blip r:embed="rId62"/>
          <a:stretch>
            <a:fillRect/>
          </a:stretch>
        </p:blipFill>
        <p:spPr>
          <a:xfrm rot="0">
            <a:off x="9652000" y="4876800"/>
            <a:ext cx="685800" cy="1320800"/>
          </a:xfrm>
          <a:prstGeom prst="rect">
            <a:avLst/>
          </a:prstGeom>
        </p:spPr>
      </p:pic>
      <p:grpSp>
        <p:nvGrpSpPr>
          <p:cNvPr name="Group 132" id="132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33" id="133"/>
          <p:cNvPicPr>
            <a:picLocks noChangeAspect="true"/>
          </p:cNvPicPr>
          <p:nvPr/>
        </p:nvPicPr>
        <p:blipFill>
          <a:blip r:embed="rId57"/>
          <a:stretch>
            <a:fillRect/>
          </a:stretch>
        </p:blipFill>
        <p:spPr>
          <a:xfrm rot="0">
            <a:off x="3568700" y="5740400"/>
            <a:ext cx="482600" cy="482600"/>
          </a:xfrm>
          <a:prstGeom prst="rect">
            <a:avLst/>
          </a:prstGeom>
        </p:spPr>
      </p:pic>
      <p:pic>
        <p:nvPicPr>
          <p:cNvPr name="Picture 134" id="134"/>
          <p:cNvPicPr>
            <a:picLocks noChangeAspect="true"/>
          </p:cNvPicPr>
          <p:nvPr/>
        </p:nvPicPr>
        <p:blipFill>
          <a:blip r:embed="rId63"/>
          <a:stretch>
            <a:fillRect/>
          </a:stretch>
        </p:blipFill>
        <p:spPr>
          <a:xfrm rot="0">
            <a:off x="3556000" y="5715000"/>
            <a:ext cx="711200" cy="762000"/>
          </a:xfrm>
          <a:prstGeom prst="rect">
            <a:avLst/>
          </a:prstGeom>
        </p:spPr>
      </p:pic>
      <p:pic>
        <p:nvPicPr>
          <p:cNvPr name="Picture 135" id="135"/>
          <p:cNvPicPr>
            <a:picLocks noChangeAspect="true"/>
          </p:cNvPicPr>
          <p:nvPr/>
        </p:nvPicPr>
        <p:blipFill>
          <a:blip r:embed="rId64"/>
          <a:stretch>
            <a:fillRect/>
          </a:stretch>
        </p:blipFill>
        <p:spPr>
          <a:xfrm rot="0">
            <a:off x="12153900" y="3302000"/>
            <a:ext cx="5816600" cy="7023100"/>
          </a:xfrm>
          <a:prstGeom prst="rect">
            <a:avLst/>
          </a:prstGeom>
        </p:spPr>
      </p:pic>
      <p:grpSp>
        <p:nvGrpSpPr>
          <p:cNvPr name="Group 136" id="136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37" id="137"/>
          <p:cNvPicPr>
            <a:picLocks noChangeAspect="true"/>
          </p:cNvPicPr>
          <p:nvPr/>
        </p:nvPicPr>
        <p:blipFill>
          <a:blip r:embed="rId65"/>
          <a:stretch>
            <a:fillRect/>
          </a:stretch>
        </p:blipFill>
        <p:spPr>
          <a:xfrm rot="0">
            <a:off x="12433300" y="2743200"/>
            <a:ext cx="2679700" cy="584200"/>
          </a:xfrm>
          <a:prstGeom prst="rect">
            <a:avLst/>
          </a:prstGeom>
        </p:spPr>
      </p:pic>
      <p:pic>
        <p:nvPicPr>
          <p:cNvPr name="Picture 138" id="138"/>
          <p:cNvPicPr>
            <a:picLocks noChangeAspect="true"/>
          </p:cNvPicPr>
          <p:nvPr/>
        </p:nvPicPr>
        <p:blipFill>
          <a:blip r:embed="rId66"/>
          <a:stretch>
            <a:fillRect/>
          </a:stretch>
        </p:blipFill>
        <p:spPr>
          <a:xfrm rot="0">
            <a:off x="12674600" y="2565400"/>
            <a:ext cx="2489200" cy="1117600"/>
          </a:xfrm>
          <a:prstGeom prst="rect">
            <a:avLst/>
          </a:prstGeom>
        </p:spPr>
      </p:pic>
      <p:grpSp>
        <p:nvGrpSpPr>
          <p:cNvPr name="Group 139" id="139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40" id="140"/>
          <p:cNvPicPr>
            <a:picLocks noChangeAspect="true"/>
          </p:cNvPicPr>
          <p:nvPr/>
        </p:nvPicPr>
        <p:blipFill>
          <a:blip r:embed="rId67"/>
          <a:stretch>
            <a:fillRect/>
          </a:stretch>
        </p:blipFill>
        <p:spPr>
          <a:xfrm rot="0">
            <a:off x="10947400" y="7454900"/>
            <a:ext cx="482600" cy="482600"/>
          </a:xfrm>
          <a:prstGeom prst="rect">
            <a:avLst/>
          </a:prstGeom>
        </p:spPr>
      </p:pic>
      <p:pic>
        <p:nvPicPr>
          <p:cNvPr name="Picture 141" id="141"/>
          <p:cNvPicPr>
            <a:picLocks noChangeAspect="true"/>
          </p:cNvPicPr>
          <p:nvPr/>
        </p:nvPicPr>
        <p:blipFill>
          <a:blip r:embed="rId68"/>
          <a:stretch>
            <a:fillRect/>
          </a:stretch>
        </p:blipFill>
        <p:spPr>
          <a:xfrm rot="0">
            <a:off x="10947400" y="7429500"/>
            <a:ext cx="711200" cy="749300"/>
          </a:xfrm>
          <a:prstGeom prst="rect">
            <a:avLst/>
          </a:prstGeom>
        </p:spPr>
      </p:pic>
      <p:grpSp>
        <p:nvGrpSpPr>
          <p:cNvPr name="Group 142" id="142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43" id="143"/>
          <p:cNvPicPr>
            <a:picLocks noChangeAspect="true"/>
          </p:cNvPicPr>
          <p:nvPr/>
        </p:nvPicPr>
        <p:blipFill>
          <a:blip r:embed="rId69"/>
          <a:stretch>
            <a:fillRect/>
          </a:stretch>
        </p:blipFill>
        <p:spPr>
          <a:xfrm rot="0">
            <a:off x="2146300" y="3213100"/>
            <a:ext cx="1257300" cy="1320800"/>
          </a:xfrm>
          <a:prstGeom prst="rect">
            <a:avLst/>
          </a:prstGeom>
        </p:spPr>
      </p:pic>
      <p:grpSp>
        <p:nvGrpSpPr>
          <p:cNvPr name="Group 144" id="144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45" id="145"/>
          <p:cNvPicPr>
            <a:picLocks noChangeAspect="true"/>
          </p:cNvPicPr>
          <p:nvPr/>
        </p:nvPicPr>
        <p:blipFill>
          <a:blip r:embed="rId70"/>
          <a:stretch>
            <a:fillRect/>
          </a:stretch>
        </p:blipFill>
        <p:spPr>
          <a:xfrm rot="0">
            <a:off x="10299700" y="3162300"/>
            <a:ext cx="482600" cy="482600"/>
          </a:xfrm>
          <a:prstGeom prst="rect">
            <a:avLst/>
          </a:prstGeom>
        </p:spPr>
      </p:pic>
      <p:pic>
        <p:nvPicPr>
          <p:cNvPr name="Picture 146" id="146"/>
          <p:cNvPicPr>
            <a:picLocks noChangeAspect="true"/>
          </p:cNvPicPr>
          <p:nvPr/>
        </p:nvPicPr>
        <p:blipFill>
          <a:blip r:embed="rId71"/>
          <a:stretch>
            <a:fillRect/>
          </a:stretch>
        </p:blipFill>
        <p:spPr>
          <a:xfrm rot="0">
            <a:off x="7162800" y="3111500"/>
            <a:ext cx="3390900" cy="698500"/>
          </a:xfrm>
          <a:prstGeom prst="rect">
            <a:avLst/>
          </a:prstGeom>
        </p:spPr>
      </p:pic>
      <p:grpSp>
        <p:nvGrpSpPr>
          <p:cNvPr name="Group 147" id="147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grpSp>
        <p:nvGrpSpPr>
          <p:cNvPr name="Group 148" id="148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49" id="149"/>
          <p:cNvPicPr>
            <a:picLocks noChangeAspect="true"/>
          </p:cNvPicPr>
          <p:nvPr/>
        </p:nvPicPr>
        <p:blipFill>
          <a:blip r:embed="rId72"/>
          <a:stretch>
            <a:fillRect/>
          </a:stretch>
        </p:blipFill>
        <p:spPr>
          <a:xfrm rot="0">
            <a:off x="3683000" y="8559800"/>
            <a:ext cx="2057400" cy="711200"/>
          </a:xfrm>
          <a:prstGeom prst="rect">
            <a:avLst/>
          </a:prstGeom>
        </p:spPr>
      </p:pic>
      <p:grpSp>
        <p:nvGrpSpPr>
          <p:cNvPr name="Group 150" id="150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51" id="151"/>
          <p:cNvPicPr>
            <a:picLocks noChangeAspect="true"/>
          </p:cNvPicPr>
          <p:nvPr/>
        </p:nvPicPr>
        <p:blipFill>
          <a:blip r:embed="rId73"/>
          <a:stretch>
            <a:fillRect/>
          </a:stretch>
        </p:blipFill>
        <p:spPr>
          <a:xfrm rot="0">
            <a:off x="5842000" y="8496300"/>
            <a:ext cx="482600" cy="1079500"/>
          </a:xfrm>
          <a:prstGeom prst="rect">
            <a:avLst/>
          </a:prstGeom>
        </p:spPr>
      </p:pic>
      <p:pic>
        <p:nvPicPr>
          <p:cNvPr name="Picture 152" id="152"/>
          <p:cNvPicPr>
            <a:picLocks noChangeAspect="true"/>
          </p:cNvPicPr>
          <p:nvPr/>
        </p:nvPicPr>
        <p:blipFill>
          <a:blip r:embed="rId74"/>
          <a:stretch>
            <a:fillRect/>
          </a:stretch>
        </p:blipFill>
        <p:spPr>
          <a:xfrm rot="0">
            <a:off x="6248400" y="8470900"/>
            <a:ext cx="1168400" cy="914400"/>
          </a:xfrm>
          <a:prstGeom prst="rect">
            <a:avLst/>
          </a:prstGeom>
        </p:spPr>
      </p:pic>
      <p:pic>
        <p:nvPicPr>
          <p:cNvPr name="Picture 153" id="153"/>
          <p:cNvPicPr>
            <a:picLocks noChangeAspect="true"/>
          </p:cNvPicPr>
          <p:nvPr/>
        </p:nvPicPr>
        <p:blipFill>
          <a:blip r:embed="rId75"/>
          <a:stretch>
            <a:fillRect/>
          </a:stretch>
        </p:blipFill>
        <p:spPr>
          <a:xfrm rot="0">
            <a:off x="7315200" y="8496300"/>
            <a:ext cx="2819400" cy="914400"/>
          </a:xfrm>
          <a:prstGeom prst="rect">
            <a:avLst/>
          </a:prstGeom>
        </p:spPr>
      </p:pic>
      <p:pic>
        <p:nvPicPr>
          <p:cNvPr name="Picture 154" id="154"/>
          <p:cNvPicPr>
            <a:picLocks noChangeAspect="true"/>
          </p:cNvPicPr>
          <p:nvPr/>
        </p:nvPicPr>
        <p:blipFill>
          <a:blip r:embed="rId76"/>
          <a:stretch>
            <a:fillRect/>
          </a:stretch>
        </p:blipFill>
        <p:spPr>
          <a:xfrm rot="0">
            <a:off x="5803900" y="3835400"/>
            <a:ext cx="5207000" cy="7112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grpSp>
        <p:nvGrpSpPr>
          <p:cNvPr name="Group 3" id="3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4" id="4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2705100" y="38100"/>
            <a:ext cx="3111500" cy="11684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3479800" y="330200"/>
            <a:ext cx="1549400" cy="5842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3721100" y="228600"/>
            <a:ext cx="1206500" cy="1524000"/>
          </a:xfrm>
          <a:prstGeom prst="rect">
            <a:avLst/>
          </a:prstGeom>
        </p:spPr>
      </p:pic>
      <p:grpSp>
        <p:nvGrpSpPr>
          <p:cNvPr name="Group 7" id="7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grpSp>
        <p:nvGrpSpPr>
          <p:cNvPr name="Group 8" id="8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9" id="9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3848100" y="38100"/>
            <a:ext cx="6477000" cy="11684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5461000" y="330200"/>
            <a:ext cx="3238500" cy="5842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5689600" y="114300"/>
            <a:ext cx="2984500" cy="1219200"/>
          </a:xfrm>
          <a:prstGeom prst="rect">
            <a:avLst/>
          </a:prstGeom>
        </p:spPr>
      </p:pic>
      <p:grpSp>
        <p:nvGrpSpPr>
          <p:cNvPr name="Group 12" id="12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grpSp>
        <p:nvGrpSpPr>
          <p:cNvPr name="Group 13" id="13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4" id="14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8521700" y="38100"/>
            <a:ext cx="3111500" cy="1168400"/>
          </a:xfrm>
          <a:prstGeom prst="rect">
            <a:avLst/>
          </a:prstGeom>
        </p:spPr>
      </p:pic>
      <p:pic>
        <p:nvPicPr>
          <p:cNvPr name="Picture 15" id="15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9296400" y="330200"/>
            <a:ext cx="1549400" cy="584200"/>
          </a:xfrm>
          <a:prstGeom prst="rect">
            <a:avLst/>
          </a:prstGeom>
        </p:spPr>
      </p:pic>
      <p:pic>
        <p:nvPicPr>
          <p:cNvPr name="Picture 16" id="16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9486900" y="241300"/>
            <a:ext cx="1371600" cy="1524000"/>
          </a:xfrm>
          <a:prstGeom prst="rect">
            <a:avLst/>
          </a:prstGeom>
        </p:spPr>
      </p:pic>
      <p:grpSp>
        <p:nvGrpSpPr>
          <p:cNvPr name="Group 17" id="17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8" id="18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1333500" y="431800"/>
            <a:ext cx="330200" cy="330200"/>
          </a:xfrm>
          <a:prstGeom prst="rect">
            <a:avLst/>
          </a:prstGeom>
        </p:spPr>
      </p:pic>
      <p:pic>
        <p:nvPicPr>
          <p:cNvPr name="Picture 19" id="19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1968500" y="431800"/>
            <a:ext cx="330200" cy="330200"/>
          </a:xfrm>
          <a:prstGeom prst="rect">
            <a:avLst/>
          </a:prstGeom>
        </p:spPr>
      </p:pic>
      <p:pic>
        <p:nvPicPr>
          <p:cNvPr name="Picture 20" id="20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2590800" y="431800"/>
            <a:ext cx="330200" cy="330200"/>
          </a:xfrm>
          <a:prstGeom prst="rect">
            <a:avLst/>
          </a:prstGeom>
        </p:spPr>
      </p:pic>
      <p:grpSp>
        <p:nvGrpSpPr>
          <p:cNvPr name="Group 21" id="21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22" id="22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-3644900" y="-952500"/>
            <a:ext cx="20612100" cy="14376400"/>
          </a:xfrm>
          <a:prstGeom prst="rect">
            <a:avLst/>
          </a:prstGeom>
        </p:spPr>
      </p:pic>
      <p:pic>
        <p:nvPicPr>
          <p:cNvPr name="Picture 23" id="23"/>
          <p:cNvPicPr>
            <a:picLocks noChangeAspect="true"/>
          </p:cNvPicPr>
          <p:nvPr/>
        </p:nvPicPr>
        <p:blipFill>
          <a:blip r:embed="rId13"/>
          <a:stretch>
            <a:fillRect/>
          </a:stretch>
        </p:blipFill>
        <p:spPr>
          <a:xfrm rot="0">
            <a:off x="1435100" y="2565400"/>
            <a:ext cx="10312400" cy="7188200"/>
          </a:xfrm>
          <a:prstGeom prst="rect">
            <a:avLst/>
          </a:prstGeom>
        </p:spPr>
      </p:pic>
      <p:grpSp>
        <p:nvGrpSpPr>
          <p:cNvPr name="Group 24" id="24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25" id="25"/>
          <p:cNvPicPr>
            <a:picLocks noChangeAspect="true"/>
          </p:cNvPicPr>
          <p:nvPr/>
        </p:nvPicPr>
        <p:blipFill>
          <a:blip r:embed="rId14"/>
          <a:stretch>
            <a:fillRect/>
          </a:stretch>
        </p:blipFill>
        <p:spPr>
          <a:xfrm rot="0">
            <a:off x="9207500" y="-901700"/>
            <a:ext cx="11468100" cy="14376400"/>
          </a:xfrm>
          <a:prstGeom prst="rect">
            <a:avLst/>
          </a:prstGeom>
        </p:spPr>
      </p:pic>
      <p:pic>
        <p:nvPicPr>
          <p:cNvPr name="Picture 26" id="26"/>
          <p:cNvPicPr>
            <a:picLocks noChangeAspect="true"/>
          </p:cNvPicPr>
          <p:nvPr/>
        </p:nvPicPr>
        <p:blipFill>
          <a:blip r:embed="rId15"/>
          <a:stretch>
            <a:fillRect/>
          </a:stretch>
        </p:blipFill>
        <p:spPr>
          <a:xfrm rot="0">
            <a:off x="12014200" y="2628900"/>
            <a:ext cx="5740400" cy="7188200"/>
          </a:xfrm>
          <a:prstGeom prst="rect">
            <a:avLst/>
          </a:prstGeom>
        </p:spPr>
      </p:pic>
      <p:pic>
        <p:nvPicPr>
          <p:cNvPr name="Picture 27" id="27"/>
          <p:cNvPicPr>
            <a:picLocks noChangeAspect="true"/>
          </p:cNvPicPr>
          <p:nvPr/>
        </p:nvPicPr>
        <p:blipFill>
          <a:blip r:embed="rId16"/>
          <a:stretch>
            <a:fillRect/>
          </a:stretch>
        </p:blipFill>
        <p:spPr>
          <a:xfrm rot="0">
            <a:off x="6324600" y="1282700"/>
            <a:ext cx="11341100" cy="977900"/>
          </a:xfrm>
          <a:prstGeom prst="rect">
            <a:avLst/>
          </a:prstGeom>
        </p:spPr>
      </p:pic>
      <p:grpSp>
        <p:nvGrpSpPr>
          <p:cNvPr name="Group 28" id="28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grpSp>
        <p:nvGrpSpPr>
          <p:cNvPr name="Group 29" id="29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30" id="30"/>
          <p:cNvPicPr>
            <a:picLocks noChangeAspect="true"/>
          </p:cNvPicPr>
          <p:nvPr/>
        </p:nvPicPr>
        <p:blipFill>
          <a:blip r:embed="rId17"/>
          <a:stretch>
            <a:fillRect/>
          </a:stretch>
        </p:blipFill>
        <p:spPr>
          <a:xfrm rot="0">
            <a:off x="10477500" y="38100"/>
            <a:ext cx="3822700" cy="1168400"/>
          </a:xfrm>
          <a:prstGeom prst="rect">
            <a:avLst/>
          </a:prstGeom>
        </p:spPr>
      </p:pic>
      <p:pic>
        <p:nvPicPr>
          <p:cNvPr name="Picture 31" id="31"/>
          <p:cNvPicPr>
            <a:picLocks noChangeAspect="true"/>
          </p:cNvPicPr>
          <p:nvPr/>
        </p:nvPicPr>
        <p:blipFill>
          <a:blip r:embed="rId18"/>
          <a:stretch>
            <a:fillRect/>
          </a:stretch>
        </p:blipFill>
        <p:spPr>
          <a:xfrm rot="0">
            <a:off x="11417300" y="330200"/>
            <a:ext cx="1905000" cy="584200"/>
          </a:xfrm>
          <a:prstGeom prst="rect">
            <a:avLst/>
          </a:prstGeom>
        </p:spPr>
      </p:pic>
      <p:pic>
        <p:nvPicPr>
          <p:cNvPr name="Picture 32" id="32"/>
          <p:cNvPicPr>
            <a:picLocks noChangeAspect="true"/>
          </p:cNvPicPr>
          <p:nvPr/>
        </p:nvPicPr>
        <p:blipFill>
          <a:blip r:embed="rId19"/>
          <a:stretch>
            <a:fillRect/>
          </a:stretch>
        </p:blipFill>
        <p:spPr>
          <a:xfrm rot="0">
            <a:off x="11544300" y="114300"/>
            <a:ext cx="1828800" cy="1219200"/>
          </a:xfrm>
          <a:prstGeom prst="rect">
            <a:avLst/>
          </a:prstGeom>
        </p:spPr>
      </p:pic>
      <p:grpSp>
        <p:nvGrpSpPr>
          <p:cNvPr name="Group 33" id="33"/>
          <p:cNvGrpSpPr/>
          <p:nvPr/>
        </p:nvGrpSpPr>
        <p:grpSpPr>
          <a:xfrm>
            <a:off x="2147483647" y="-2147483648"/>
            <a:ext cx="2147483647" cy="2147483647"/>
          </a:xfrm>
        </p:grpSpPr>
      </p:grpSp>
      <p:grpSp>
        <p:nvGrpSpPr>
          <p:cNvPr name="Group 34" id="34"/>
          <p:cNvGrpSpPr/>
          <p:nvPr/>
        </p:nvGrpSpPr>
        <p:grpSpPr>
          <a:xfrm>
            <a:off x="-2147483648" y="2147483647"/>
            <a:ext cx="2147483647" cy="95250000"/>
          </a:xfrm>
        </p:grpSpPr>
      </p:grpSp>
      <p:pic>
        <p:nvPicPr>
          <p:cNvPr name="Picture 35" id="35"/>
          <p:cNvPicPr>
            <a:picLocks noChangeAspect="true"/>
          </p:cNvPicPr>
          <p:nvPr/>
        </p:nvPicPr>
        <p:blipFill>
          <a:blip r:embed="rId20"/>
          <a:stretch>
            <a:fillRect/>
          </a:stretch>
        </p:blipFill>
        <p:spPr>
          <a:xfrm rot="5400000">
            <a:off x="-4699000" y="5257800"/>
            <a:ext cx="10922000" cy="12700"/>
          </a:xfrm>
          <a:prstGeom prst="rect">
            <a:avLst/>
          </a:prstGeom>
        </p:spPr>
      </p:pic>
      <p:pic>
        <p:nvPicPr>
          <p:cNvPr name="Picture 36" id="36"/>
          <p:cNvPicPr>
            <a:picLocks noChangeAspect="true"/>
          </p:cNvPicPr>
          <p:nvPr/>
        </p:nvPicPr>
        <p:blipFill>
          <a:blip r:embed="rId21"/>
          <a:stretch>
            <a:fillRect/>
          </a:stretch>
        </p:blipFill>
        <p:spPr>
          <a:xfrm rot="0">
            <a:off x="203200" y="-685800"/>
            <a:ext cx="647700" cy="11658600"/>
          </a:xfrm>
          <a:prstGeom prst="rect">
            <a:avLst/>
          </a:prstGeom>
        </p:spPr>
      </p:pic>
      <p:grpSp>
        <p:nvGrpSpPr>
          <p:cNvPr name="Group 37" id="37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38" id="38"/>
          <p:cNvPicPr>
            <a:picLocks noChangeAspect="true"/>
          </p:cNvPicPr>
          <p:nvPr/>
        </p:nvPicPr>
        <p:blipFill>
          <a:blip r:embed="rId22"/>
          <a:stretch>
            <a:fillRect/>
          </a:stretch>
        </p:blipFill>
        <p:spPr>
          <a:xfrm rot="0">
            <a:off x="2578100" y="1371600"/>
            <a:ext cx="3810000" cy="1562100"/>
          </a:xfrm>
          <a:prstGeom prst="rect">
            <a:avLst/>
          </a:prstGeom>
        </p:spPr>
      </p:pic>
      <p:pic>
        <p:nvPicPr>
          <p:cNvPr name="Picture 39" id="39"/>
          <p:cNvPicPr>
            <a:picLocks noChangeAspect="true"/>
          </p:cNvPicPr>
          <p:nvPr/>
        </p:nvPicPr>
        <p:blipFill>
          <a:blip r:embed="rId23"/>
          <a:stretch>
            <a:fillRect/>
          </a:stretch>
        </p:blipFill>
        <p:spPr>
          <a:xfrm rot="0">
            <a:off x="1333500" y="1219200"/>
            <a:ext cx="1333500" cy="1117600"/>
          </a:xfrm>
          <a:prstGeom prst="rect">
            <a:avLst/>
          </a:prstGeom>
        </p:spPr>
      </p:pic>
      <p:pic>
        <p:nvPicPr>
          <p:cNvPr name="Picture 40" id="40"/>
          <p:cNvPicPr>
            <a:picLocks noChangeAspect="true"/>
          </p:cNvPicPr>
          <p:nvPr/>
        </p:nvPicPr>
        <p:blipFill>
          <a:blip r:embed="rId24"/>
          <a:stretch>
            <a:fillRect/>
          </a:stretch>
        </p:blipFill>
        <p:spPr>
          <a:xfrm rot="0">
            <a:off x="6642100" y="1333500"/>
            <a:ext cx="9131300" cy="1041400"/>
          </a:xfrm>
          <a:prstGeom prst="rect">
            <a:avLst/>
          </a:prstGeom>
        </p:spPr>
      </p:pic>
      <p:pic>
        <p:nvPicPr>
          <p:cNvPr name="Picture 41" id="41"/>
          <p:cNvPicPr>
            <a:picLocks noChangeAspect="true"/>
          </p:cNvPicPr>
          <p:nvPr/>
        </p:nvPicPr>
        <p:blipFill>
          <a:blip r:embed="rId25"/>
          <a:stretch>
            <a:fillRect/>
          </a:stretch>
        </p:blipFill>
        <p:spPr>
          <a:xfrm rot="0">
            <a:off x="1663700" y="3467100"/>
            <a:ext cx="9829800" cy="6134100"/>
          </a:xfrm>
          <a:prstGeom prst="rect">
            <a:avLst/>
          </a:prstGeom>
        </p:spPr>
      </p:pic>
      <p:pic>
        <p:nvPicPr>
          <p:cNvPr name="Picture 42" id="42"/>
          <p:cNvPicPr>
            <a:picLocks noChangeAspect="true"/>
          </p:cNvPicPr>
          <p:nvPr/>
        </p:nvPicPr>
        <p:blipFill>
          <a:blip r:embed="rId26"/>
          <a:stretch>
            <a:fillRect/>
          </a:stretch>
        </p:blipFill>
        <p:spPr>
          <a:xfrm rot="0">
            <a:off x="1816100" y="3606800"/>
            <a:ext cx="9537700" cy="1473200"/>
          </a:xfrm>
          <a:prstGeom prst="rect">
            <a:avLst/>
          </a:prstGeom>
        </p:spPr>
      </p:pic>
      <p:pic>
        <p:nvPicPr>
          <p:cNvPr name="Picture 43" id="43"/>
          <p:cNvPicPr>
            <a:picLocks noChangeAspect="true"/>
          </p:cNvPicPr>
          <p:nvPr/>
        </p:nvPicPr>
        <p:blipFill>
          <a:blip r:embed="rId27"/>
          <a:stretch>
            <a:fillRect/>
          </a:stretch>
        </p:blipFill>
        <p:spPr>
          <a:xfrm rot="0">
            <a:off x="3733800" y="4305300"/>
            <a:ext cx="266700" cy="266700"/>
          </a:xfrm>
          <a:prstGeom prst="rect">
            <a:avLst/>
          </a:prstGeom>
        </p:spPr>
      </p:pic>
      <p:pic>
        <p:nvPicPr>
          <p:cNvPr name="Picture 44" id="44"/>
          <p:cNvPicPr>
            <a:picLocks noChangeAspect="true"/>
          </p:cNvPicPr>
          <p:nvPr/>
        </p:nvPicPr>
        <p:blipFill>
          <a:blip r:embed="rId28"/>
          <a:stretch>
            <a:fillRect/>
          </a:stretch>
        </p:blipFill>
        <p:spPr>
          <a:xfrm rot="0">
            <a:off x="4025900" y="4229100"/>
            <a:ext cx="1117600" cy="812800"/>
          </a:xfrm>
          <a:prstGeom prst="rect">
            <a:avLst/>
          </a:prstGeom>
        </p:spPr>
      </p:pic>
      <p:pic>
        <p:nvPicPr>
          <p:cNvPr name="Picture 45" id="45"/>
          <p:cNvPicPr>
            <a:picLocks noChangeAspect="true"/>
          </p:cNvPicPr>
          <p:nvPr/>
        </p:nvPicPr>
        <p:blipFill>
          <a:blip r:embed="rId29"/>
          <a:stretch>
            <a:fillRect/>
          </a:stretch>
        </p:blipFill>
        <p:spPr>
          <a:xfrm rot="0">
            <a:off x="6515100" y="4292600"/>
            <a:ext cx="254000" cy="254000"/>
          </a:xfrm>
          <a:prstGeom prst="rect">
            <a:avLst/>
          </a:prstGeom>
        </p:spPr>
      </p:pic>
      <p:pic>
        <p:nvPicPr>
          <p:cNvPr name="Picture 46" id="46"/>
          <p:cNvPicPr>
            <a:picLocks noChangeAspect="true"/>
          </p:cNvPicPr>
          <p:nvPr/>
        </p:nvPicPr>
        <p:blipFill>
          <a:blip r:embed="rId30"/>
          <a:stretch>
            <a:fillRect/>
          </a:stretch>
        </p:blipFill>
        <p:spPr>
          <a:xfrm rot="0">
            <a:off x="6794500" y="4229100"/>
            <a:ext cx="1346200" cy="812800"/>
          </a:xfrm>
          <a:prstGeom prst="rect">
            <a:avLst/>
          </a:prstGeom>
        </p:spPr>
      </p:pic>
      <p:pic>
        <p:nvPicPr>
          <p:cNvPr name="Picture 47" id="47"/>
          <p:cNvPicPr>
            <a:picLocks noChangeAspect="true"/>
          </p:cNvPicPr>
          <p:nvPr/>
        </p:nvPicPr>
        <p:blipFill>
          <a:blip r:embed="rId29"/>
          <a:stretch>
            <a:fillRect/>
          </a:stretch>
        </p:blipFill>
        <p:spPr>
          <a:xfrm rot="0">
            <a:off x="5105400" y="4305300"/>
            <a:ext cx="254000" cy="254000"/>
          </a:xfrm>
          <a:prstGeom prst="rect">
            <a:avLst/>
          </a:prstGeom>
        </p:spPr>
      </p:pic>
      <p:pic>
        <p:nvPicPr>
          <p:cNvPr name="Picture 48" id="48"/>
          <p:cNvPicPr>
            <a:picLocks noChangeAspect="true"/>
          </p:cNvPicPr>
          <p:nvPr/>
        </p:nvPicPr>
        <p:blipFill>
          <a:blip r:embed="rId31"/>
          <a:stretch>
            <a:fillRect/>
          </a:stretch>
        </p:blipFill>
        <p:spPr>
          <a:xfrm rot="0">
            <a:off x="5372100" y="4216400"/>
            <a:ext cx="1193800" cy="533400"/>
          </a:xfrm>
          <a:prstGeom prst="rect">
            <a:avLst/>
          </a:prstGeom>
        </p:spPr>
      </p:pic>
      <p:pic>
        <p:nvPicPr>
          <p:cNvPr name="Picture 49" id="49"/>
          <p:cNvPicPr>
            <a:picLocks noChangeAspect="true"/>
          </p:cNvPicPr>
          <p:nvPr/>
        </p:nvPicPr>
        <p:blipFill>
          <a:blip r:embed="rId32"/>
          <a:stretch>
            <a:fillRect/>
          </a:stretch>
        </p:blipFill>
        <p:spPr>
          <a:xfrm rot="0">
            <a:off x="2438400" y="4241800"/>
            <a:ext cx="1181100" cy="800100"/>
          </a:xfrm>
          <a:prstGeom prst="rect">
            <a:avLst/>
          </a:prstGeom>
        </p:spPr>
      </p:pic>
      <p:grpSp>
        <p:nvGrpSpPr>
          <p:cNvPr name="Group 50" id="50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51" id="51"/>
          <p:cNvPicPr>
            <a:picLocks noChangeAspect="true"/>
          </p:cNvPicPr>
          <p:nvPr/>
        </p:nvPicPr>
        <p:blipFill>
          <a:blip r:embed="rId29"/>
          <a:stretch>
            <a:fillRect/>
          </a:stretch>
        </p:blipFill>
        <p:spPr>
          <a:xfrm rot="0">
            <a:off x="8102600" y="4305300"/>
            <a:ext cx="254000" cy="254000"/>
          </a:xfrm>
          <a:prstGeom prst="rect">
            <a:avLst/>
          </a:prstGeom>
        </p:spPr>
      </p:pic>
      <p:pic>
        <p:nvPicPr>
          <p:cNvPr name="Picture 52" id="52"/>
          <p:cNvPicPr>
            <a:picLocks noChangeAspect="true"/>
          </p:cNvPicPr>
          <p:nvPr/>
        </p:nvPicPr>
        <p:blipFill>
          <a:blip r:embed="rId33"/>
          <a:stretch>
            <a:fillRect/>
          </a:stretch>
        </p:blipFill>
        <p:spPr>
          <a:xfrm rot="0">
            <a:off x="8369300" y="4191000"/>
            <a:ext cx="1473200" cy="571500"/>
          </a:xfrm>
          <a:prstGeom prst="rect">
            <a:avLst/>
          </a:prstGeom>
        </p:spPr>
      </p:pic>
      <p:pic>
        <p:nvPicPr>
          <p:cNvPr name="Picture 53" id="53"/>
          <p:cNvPicPr>
            <a:picLocks noChangeAspect="true"/>
          </p:cNvPicPr>
          <p:nvPr/>
        </p:nvPicPr>
        <p:blipFill>
          <a:blip r:embed="rId29"/>
          <a:stretch>
            <a:fillRect/>
          </a:stretch>
        </p:blipFill>
        <p:spPr>
          <a:xfrm rot="0">
            <a:off x="2146300" y="4597400"/>
            <a:ext cx="254000" cy="254000"/>
          </a:xfrm>
          <a:prstGeom prst="rect">
            <a:avLst/>
          </a:prstGeom>
        </p:spPr>
      </p:pic>
      <p:pic>
        <p:nvPicPr>
          <p:cNvPr name="Picture 54" id="54"/>
          <p:cNvPicPr>
            <a:picLocks noChangeAspect="true"/>
          </p:cNvPicPr>
          <p:nvPr/>
        </p:nvPicPr>
        <p:blipFill>
          <a:blip r:embed="rId27"/>
          <a:stretch>
            <a:fillRect/>
          </a:stretch>
        </p:blipFill>
        <p:spPr>
          <a:xfrm rot="0">
            <a:off x="6515100" y="4597400"/>
            <a:ext cx="266700" cy="266700"/>
          </a:xfrm>
          <a:prstGeom prst="rect">
            <a:avLst/>
          </a:prstGeom>
        </p:spPr>
      </p:pic>
      <p:pic>
        <p:nvPicPr>
          <p:cNvPr name="Picture 55" id="55"/>
          <p:cNvPicPr>
            <a:picLocks noChangeAspect="true"/>
          </p:cNvPicPr>
          <p:nvPr/>
        </p:nvPicPr>
        <p:blipFill>
          <a:blip r:embed="rId27"/>
          <a:stretch>
            <a:fillRect/>
          </a:stretch>
        </p:blipFill>
        <p:spPr>
          <a:xfrm rot="0">
            <a:off x="2146300" y="4305300"/>
            <a:ext cx="266700" cy="266700"/>
          </a:xfrm>
          <a:prstGeom prst="rect">
            <a:avLst/>
          </a:prstGeom>
        </p:spPr>
      </p:pic>
      <p:pic>
        <p:nvPicPr>
          <p:cNvPr name="Picture 56" id="56"/>
          <p:cNvPicPr>
            <a:picLocks noChangeAspect="true"/>
          </p:cNvPicPr>
          <p:nvPr/>
        </p:nvPicPr>
        <p:blipFill>
          <a:blip r:embed="rId34"/>
          <a:stretch>
            <a:fillRect/>
          </a:stretch>
        </p:blipFill>
        <p:spPr>
          <a:xfrm rot="0">
            <a:off x="1841500" y="9245600"/>
            <a:ext cx="9398000" cy="254000"/>
          </a:xfrm>
          <a:prstGeom prst="rect">
            <a:avLst/>
          </a:prstGeom>
        </p:spPr>
      </p:pic>
      <p:pic>
        <p:nvPicPr>
          <p:cNvPr name="Picture 57" id="57"/>
          <p:cNvPicPr>
            <a:picLocks noChangeAspect="true"/>
          </p:cNvPicPr>
          <p:nvPr/>
        </p:nvPicPr>
        <p:blipFill>
          <a:blip r:embed="rId35"/>
          <a:stretch>
            <a:fillRect/>
          </a:stretch>
        </p:blipFill>
        <p:spPr>
          <a:xfrm rot="5400000">
            <a:off x="9296400" y="7048500"/>
            <a:ext cx="4076700" cy="254000"/>
          </a:xfrm>
          <a:prstGeom prst="rect">
            <a:avLst/>
          </a:prstGeom>
        </p:spPr>
      </p:pic>
      <p:pic>
        <p:nvPicPr>
          <p:cNvPr name="Picture 58" id="58"/>
          <p:cNvPicPr>
            <a:picLocks noChangeAspect="true"/>
          </p:cNvPicPr>
          <p:nvPr/>
        </p:nvPicPr>
        <p:blipFill>
          <a:blip r:embed="rId36"/>
          <a:stretch>
            <a:fillRect/>
          </a:stretch>
        </p:blipFill>
        <p:spPr>
          <a:xfrm rot="0">
            <a:off x="2425700" y="4508500"/>
            <a:ext cx="1371600" cy="533400"/>
          </a:xfrm>
          <a:prstGeom prst="rect">
            <a:avLst/>
          </a:prstGeom>
        </p:spPr>
      </p:pic>
      <p:pic>
        <p:nvPicPr>
          <p:cNvPr name="Picture 59" id="59"/>
          <p:cNvPicPr>
            <a:picLocks noChangeAspect="true"/>
          </p:cNvPicPr>
          <p:nvPr/>
        </p:nvPicPr>
        <p:blipFill>
          <a:blip r:embed="rId29"/>
          <a:stretch>
            <a:fillRect/>
          </a:stretch>
        </p:blipFill>
        <p:spPr>
          <a:xfrm rot="0">
            <a:off x="3733800" y="4597400"/>
            <a:ext cx="254000" cy="254000"/>
          </a:xfrm>
          <a:prstGeom prst="rect">
            <a:avLst/>
          </a:prstGeom>
        </p:spPr>
      </p:pic>
      <p:pic>
        <p:nvPicPr>
          <p:cNvPr name="Picture 60" id="60"/>
          <p:cNvPicPr>
            <a:picLocks noChangeAspect="true"/>
          </p:cNvPicPr>
          <p:nvPr/>
        </p:nvPicPr>
        <p:blipFill>
          <a:blip r:embed="rId37"/>
          <a:stretch>
            <a:fillRect/>
          </a:stretch>
        </p:blipFill>
        <p:spPr>
          <a:xfrm rot="0">
            <a:off x="4025900" y="4533900"/>
            <a:ext cx="1181100" cy="812800"/>
          </a:xfrm>
          <a:prstGeom prst="rect">
            <a:avLst/>
          </a:prstGeom>
        </p:spPr>
      </p:pic>
      <p:pic>
        <p:nvPicPr>
          <p:cNvPr name="Picture 61" id="61"/>
          <p:cNvPicPr>
            <a:picLocks noChangeAspect="true"/>
          </p:cNvPicPr>
          <p:nvPr/>
        </p:nvPicPr>
        <p:blipFill>
          <a:blip r:embed="rId29"/>
          <a:stretch>
            <a:fillRect/>
          </a:stretch>
        </p:blipFill>
        <p:spPr>
          <a:xfrm rot="0">
            <a:off x="5105400" y="4597400"/>
            <a:ext cx="254000" cy="254000"/>
          </a:xfrm>
          <a:prstGeom prst="rect">
            <a:avLst/>
          </a:prstGeom>
        </p:spPr>
      </p:pic>
      <p:pic>
        <p:nvPicPr>
          <p:cNvPr name="Picture 62" id="62"/>
          <p:cNvPicPr>
            <a:picLocks noChangeAspect="true"/>
          </p:cNvPicPr>
          <p:nvPr/>
        </p:nvPicPr>
        <p:blipFill>
          <a:blip r:embed="rId38"/>
          <a:stretch>
            <a:fillRect/>
          </a:stretch>
        </p:blipFill>
        <p:spPr>
          <a:xfrm rot="0">
            <a:off x="5384800" y="4508500"/>
            <a:ext cx="1028700" cy="533400"/>
          </a:xfrm>
          <a:prstGeom prst="rect">
            <a:avLst/>
          </a:prstGeom>
        </p:spPr>
      </p:pic>
      <p:pic>
        <p:nvPicPr>
          <p:cNvPr name="Picture 63" id="63"/>
          <p:cNvPicPr>
            <a:picLocks noChangeAspect="true"/>
          </p:cNvPicPr>
          <p:nvPr/>
        </p:nvPicPr>
        <p:blipFill>
          <a:blip r:embed="rId39"/>
          <a:stretch>
            <a:fillRect/>
          </a:stretch>
        </p:blipFill>
        <p:spPr>
          <a:xfrm rot="0">
            <a:off x="6794500" y="4533900"/>
            <a:ext cx="1181100" cy="812800"/>
          </a:xfrm>
          <a:prstGeom prst="rect">
            <a:avLst/>
          </a:prstGeom>
        </p:spPr>
      </p:pic>
      <p:pic>
        <p:nvPicPr>
          <p:cNvPr name="Picture 64" id="64"/>
          <p:cNvPicPr>
            <a:picLocks noChangeAspect="true"/>
          </p:cNvPicPr>
          <p:nvPr/>
        </p:nvPicPr>
        <p:blipFill>
          <a:blip r:embed="rId29"/>
          <a:stretch>
            <a:fillRect/>
          </a:stretch>
        </p:blipFill>
        <p:spPr>
          <a:xfrm rot="0">
            <a:off x="8102600" y="4597400"/>
            <a:ext cx="254000" cy="254000"/>
          </a:xfrm>
          <a:prstGeom prst="rect">
            <a:avLst/>
          </a:prstGeom>
        </p:spPr>
      </p:pic>
      <p:pic>
        <p:nvPicPr>
          <p:cNvPr name="Picture 65" id="65"/>
          <p:cNvPicPr>
            <a:picLocks noChangeAspect="true"/>
          </p:cNvPicPr>
          <p:nvPr/>
        </p:nvPicPr>
        <p:blipFill>
          <a:blip r:embed="rId40"/>
          <a:stretch>
            <a:fillRect/>
          </a:stretch>
        </p:blipFill>
        <p:spPr>
          <a:xfrm rot="0">
            <a:off x="-2844800" y="3124200"/>
            <a:ext cx="18656300" cy="8089900"/>
          </a:xfrm>
          <a:prstGeom prst="rect">
            <a:avLst/>
          </a:prstGeom>
        </p:spPr>
      </p:pic>
      <p:pic>
        <p:nvPicPr>
          <p:cNvPr name="Picture 66" id="66"/>
          <p:cNvPicPr>
            <a:picLocks noChangeAspect="true"/>
          </p:cNvPicPr>
          <p:nvPr/>
        </p:nvPicPr>
        <p:blipFill>
          <a:blip r:embed="rId41"/>
          <a:stretch>
            <a:fillRect/>
          </a:stretch>
        </p:blipFill>
        <p:spPr>
          <a:xfrm rot="0">
            <a:off x="2971800" y="5067300"/>
            <a:ext cx="1168400" cy="4076700"/>
          </a:xfrm>
          <a:prstGeom prst="rect">
            <a:avLst/>
          </a:prstGeom>
        </p:spPr>
      </p:pic>
      <p:pic>
        <p:nvPicPr>
          <p:cNvPr name="Picture 67" id="67"/>
          <p:cNvPicPr>
            <a:picLocks noChangeAspect="true"/>
          </p:cNvPicPr>
          <p:nvPr/>
        </p:nvPicPr>
        <p:blipFill>
          <a:blip r:embed="rId42"/>
          <a:stretch>
            <a:fillRect/>
          </a:stretch>
        </p:blipFill>
        <p:spPr>
          <a:xfrm rot="0">
            <a:off x="4152900" y="5080000"/>
            <a:ext cx="4064000" cy="4076700"/>
          </a:xfrm>
          <a:prstGeom prst="rect">
            <a:avLst/>
          </a:prstGeom>
        </p:spPr>
      </p:pic>
      <p:grpSp>
        <p:nvGrpSpPr>
          <p:cNvPr name="Group 68" id="68"/>
          <p:cNvGrpSpPr/>
          <p:nvPr/>
        </p:nvGrpSpPr>
        <p:grpSpPr>
          <a:xfrm>
            <a:off x="2147483647" y="2147483647"/>
            <a:ext cx="2147483647" cy="190500000"/>
          </a:xfrm>
        </p:grpSpPr>
      </p:grpSp>
      <p:pic>
        <p:nvPicPr>
          <p:cNvPr name="Picture 69" id="69"/>
          <p:cNvPicPr>
            <a:picLocks noChangeAspect="true"/>
          </p:cNvPicPr>
          <p:nvPr/>
        </p:nvPicPr>
        <p:blipFill>
          <a:blip r:embed="rId43"/>
          <a:stretch>
            <a:fillRect/>
          </a:stretch>
        </p:blipFill>
        <p:spPr>
          <a:xfrm rot="0">
            <a:off x="12141200" y="6921500"/>
            <a:ext cx="5486400" cy="12700"/>
          </a:xfrm>
          <a:prstGeom prst="rect">
            <a:avLst/>
          </a:prstGeom>
        </p:spPr>
      </p:pic>
      <p:grpSp>
        <p:nvGrpSpPr>
          <p:cNvPr name="Group 70" id="70"/>
          <p:cNvGrpSpPr/>
          <p:nvPr/>
        </p:nvGrpSpPr>
        <p:grpSpPr>
          <a:xfrm>
            <a:off x="2147483647" y="2147483647"/>
            <a:ext cx="2147483647" cy="190500000"/>
          </a:xfrm>
        </p:grpSpPr>
      </p:grpSp>
      <p:pic>
        <p:nvPicPr>
          <p:cNvPr name="Picture 71" id="71"/>
          <p:cNvPicPr>
            <a:picLocks noChangeAspect="true"/>
          </p:cNvPicPr>
          <p:nvPr/>
        </p:nvPicPr>
        <p:blipFill>
          <a:blip r:embed="rId43"/>
          <a:stretch>
            <a:fillRect/>
          </a:stretch>
        </p:blipFill>
        <p:spPr>
          <a:xfrm rot="0">
            <a:off x="12141200" y="5753100"/>
            <a:ext cx="5486400" cy="12700"/>
          </a:xfrm>
          <a:prstGeom prst="rect">
            <a:avLst/>
          </a:prstGeom>
        </p:spPr>
      </p:pic>
      <p:grpSp>
        <p:nvGrpSpPr>
          <p:cNvPr name="Group 72" id="72"/>
          <p:cNvGrpSpPr/>
          <p:nvPr/>
        </p:nvGrpSpPr>
        <p:grpSpPr>
          <a:xfrm>
            <a:off x="2147483647" y="2147483647"/>
            <a:ext cx="2147483647" cy="190500000"/>
          </a:xfrm>
        </p:grpSpPr>
      </p:grpSp>
      <p:pic>
        <p:nvPicPr>
          <p:cNvPr name="Picture 73" id="73"/>
          <p:cNvPicPr>
            <a:picLocks noChangeAspect="true"/>
          </p:cNvPicPr>
          <p:nvPr/>
        </p:nvPicPr>
        <p:blipFill>
          <a:blip r:embed="rId43"/>
          <a:stretch>
            <a:fillRect/>
          </a:stretch>
        </p:blipFill>
        <p:spPr>
          <a:xfrm rot="0">
            <a:off x="12141200" y="4914900"/>
            <a:ext cx="5486400" cy="12700"/>
          </a:xfrm>
          <a:prstGeom prst="rect">
            <a:avLst/>
          </a:prstGeom>
        </p:spPr>
      </p:pic>
      <p:grpSp>
        <p:nvGrpSpPr>
          <p:cNvPr name="Group 74" id="74"/>
          <p:cNvGrpSpPr/>
          <p:nvPr/>
        </p:nvGrpSpPr>
        <p:grpSpPr>
          <a:xfrm>
            <a:off x="2147483647" y="2147483647"/>
            <a:ext cx="2147483647" cy="190500000"/>
          </a:xfrm>
        </p:grpSpPr>
      </p:grpSp>
      <p:pic>
        <p:nvPicPr>
          <p:cNvPr name="Picture 75" id="75"/>
          <p:cNvPicPr>
            <a:picLocks noChangeAspect="true"/>
          </p:cNvPicPr>
          <p:nvPr/>
        </p:nvPicPr>
        <p:blipFill>
          <a:blip r:embed="rId43"/>
          <a:stretch>
            <a:fillRect/>
          </a:stretch>
        </p:blipFill>
        <p:spPr>
          <a:xfrm rot="0">
            <a:off x="12141200" y="4076700"/>
            <a:ext cx="5486400" cy="12700"/>
          </a:xfrm>
          <a:prstGeom prst="rect">
            <a:avLst/>
          </a:prstGeom>
        </p:spPr>
      </p:pic>
      <p:pic>
        <p:nvPicPr>
          <p:cNvPr name="Picture 76" id="76"/>
          <p:cNvPicPr>
            <a:picLocks noChangeAspect="true"/>
          </p:cNvPicPr>
          <p:nvPr/>
        </p:nvPicPr>
        <p:blipFill>
          <a:blip r:embed="rId44"/>
          <a:stretch>
            <a:fillRect/>
          </a:stretch>
        </p:blipFill>
        <p:spPr>
          <a:xfrm rot="0">
            <a:off x="8382000" y="4508500"/>
            <a:ext cx="1193800" cy="533400"/>
          </a:xfrm>
          <a:prstGeom prst="rect">
            <a:avLst/>
          </a:prstGeom>
        </p:spPr>
      </p:pic>
      <p:grpSp>
        <p:nvGrpSpPr>
          <p:cNvPr name="Group 77" id="77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78" id="78"/>
          <p:cNvPicPr>
            <a:picLocks noChangeAspect="true"/>
          </p:cNvPicPr>
          <p:nvPr/>
        </p:nvPicPr>
        <p:blipFill>
          <a:blip r:embed="rId45"/>
          <a:stretch>
            <a:fillRect/>
          </a:stretch>
        </p:blipFill>
        <p:spPr>
          <a:xfrm rot="0">
            <a:off x="9956800" y="4419600"/>
            <a:ext cx="1066800" cy="431800"/>
          </a:xfrm>
          <a:prstGeom prst="rect">
            <a:avLst/>
          </a:prstGeom>
        </p:spPr>
      </p:pic>
      <p:pic>
        <p:nvPicPr>
          <p:cNvPr name="Picture 79" id="79"/>
          <p:cNvPicPr>
            <a:picLocks noChangeAspect="true"/>
          </p:cNvPicPr>
          <p:nvPr/>
        </p:nvPicPr>
        <p:blipFill>
          <a:blip r:embed="rId46"/>
          <a:stretch>
            <a:fillRect/>
          </a:stretch>
        </p:blipFill>
        <p:spPr>
          <a:xfrm rot="0">
            <a:off x="10096500" y="4432300"/>
            <a:ext cx="596900" cy="800100"/>
          </a:xfrm>
          <a:prstGeom prst="rect">
            <a:avLst/>
          </a:prstGeom>
        </p:spPr>
      </p:pic>
      <p:grpSp>
        <p:nvGrpSpPr>
          <p:cNvPr name="Group 80" id="80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grpSp>
        <p:nvGrpSpPr>
          <p:cNvPr name="Group 81" id="81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82" id="82"/>
          <p:cNvPicPr>
            <a:picLocks noChangeAspect="true"/>
          </p:cNvPicPr>
          <p:nvPr/>
        </p:nvPicPr>
        <p:blipFill>
          <a:blip r:embed="rId47"/>
          <a:stretch>
            <a:fillRect/>
          </a:stretch>
        </p:blipFill>
        <p:spPr>
          <a:xfrm rot="0">
            <a:off x="2895600" y="3797300"/>
            <a:ext cx="1460500" cy="304800"/>
          </a:xfrm>
          <a:prstGeom prst="rect">
            <a:avLst/>
          </a:prstGeom>
        </p:spPr>
      </p:pic>
      <p:pic>
        <p:nvPicPr>
          <p:cNvPr name="Picture 83" id="83"/>
          <p:cNvPicPr>
            <a:picLocks noChangeAspect="true"/>
          </p:cNvPicPr>
          <p:nvPr/>
        </p:nvPicPr>
        <p:blipFill>
          <a:blip r:embed="rId48"/>
          <a:stretch>
            <a:fillRect/>
          </a:stretch>
        </p:blipFill>
        <p:spPr>
          <a:xfrm rot="0">
            <a:off x="2857500" y="3746500"/>
            <a:ext cx="1549400" cy="406400"/>
          </a:xfrm>
          <a:prstGeom prst="rect">
            <a:avLst/>
          </a:prstGeom>
        </p:spPr>
      </p:pic>
      <p:pic>
        <p:nvPicPr>
          <p:cNvPr name="Picture 84" id="84"/>
          <p:cNvPicPr>
            <a:picLocks noChangeAspect="true"/>
          </p:cNvPicPr>
          <p:nvPr/>
        </p:nvPicPr>
        <p:blipFill>
          <a:blip r:embed="rId49"/>
          <a:stretch>
            <a:fillRect/>
          </a:stretch>
        </p:blipFill>
        <p:spPr>
          <a:xfrm rot="0">
            <a:off x="2082800" y="3759200"/>
            <a:ext cx="774700" cy="800100"/>
          </a:xfrm>
          <a:prstGeom prst="rect">
            <a:avLst/>
          </a:prstGeom>
        </p:spPr>
      </p:pic>
      <p:grpSp>
        <p:nvGrpSpPr>
          <p:cNvPr name="Group 85" id="85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grpSp>
        <p:nvGrpSpPr>
          <p:cNvPr name="Group 86" id="86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87" id="87"/>
          <p:cNvPicPr>
            <a:picLocks noChangeAspect="true"/>
          </p:cNvPicPr>
          <p:nvPr/>
        </p:nvPicPr>
        <p:blipFill>
          <a:blip r:embed="rId47"/>
          <a:stretch>
            <a:fillRect/>
          </a:stretch>
        </p:blipFill>
        <p:spPr>
          <a:xfrm rot="0">
            <a:off x="5270500" y="3797300"/>
            <a:ext cx="1460500" cy="304800"/>
          </a:xfrm>
          <a:prstGeom prst="rect">
            <a:avLst/>
          </a:prstGeom>
        </p:spPr>
      </p:pic>
      <p:pic>
        <p:nvPicPr>
          <p:cNvPr name="Picture 88" id="88"/>
          <p:cNvPicPr>
            <a:picLocks noChangeAspect="true"/>
          </p:cNvPicPr>
          <p:nvPr/>
        </p:nvPicPr>
        <p:blipFill>
          <a:blip r:embed="rId48"/>
          <a:stretch>
            <a:fillRect/>
          </a:stretch>
        </p:blipFill>
        <p:spPr>
          <a:xfrm rot="0">
            <a:off x="5232400" y="3746500"/>
            <a:ext cx="1549400" cy="406400"/>
          </a:xfrm>
          <a:prstGeom prst="rect">
            <a:avLst/>
          </a:prstGeom>
        </p:spPr>
      </p:pic>
      <p:pic>
        <p:nvPicPr>
          <p:cNvPr name="Picture 89" id="89"/>
          <p:cNvPicPr>
            <a:picLocks noChangeAspect="true"/>
          </p:cNvPicPr>
          <p:nvPr/>
        </p:nvPicPr>
        <p:blipFill>
          <a:blip r:embed="rId50"/>
          <a:stretch>
            <a:fillRect/>
          </a:stretch>
        </p:blipFill>
        <p:spPr>
          <a:xfrm rot="0">
            <a:off x="4635500" y="3759200"/>
            <a:ext cx="596900" cy="800100"/>
          </a:xfrm>
          <a:prstGeom prst="rect">
            <a:avLst/>
          </a:prstGeom>
        </p:spPr>
      </p:pic>
      <p:grpSp>
        <p:nvGrpSpPr>
          <p:cNvPr name="Group 90" id="90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91" id="91"/>
          <p:cNvPicPr>
            <a:picLocks noChangeAspect="true"/>
          </p:cNvPicPr>
          <p:nvPr/>
        </p:nvPicPr>
        <p:blipFill>
          <a:blip r:embed="rId51"/>
          <a:stretch>
            <a:fillRect/>
          </a:stretch>
        </p:blipFill>
        <p:spPr>
          <a:xfrm rot="0">
            <a:off x="12433300" y="2743200"/>
            <a:ext cx="2679700" cy="584200"/>
          </a:xfrm>
          <a:prstGeom prst="rect">
            <a:avLst/>
          </a:prstGeom>
        </p:spPr>
      </p:pic>
      <p:pic>
        <p:nvPicPr>
          <p:cNvPr name="Picture 92" id="92"/>
          <p:cNvPicPr>
            <a:picLocks noChangeAspect="true"/>
          </p:cNvPicPr>
          <p:nvPr/>
        </p:nvPicPr>
        <p:blipFill>
          <a:blip r:embed="rId52"/>
          <a:stretch>
            <a:fillRect/>
          </a:stretch>
        </p:blipFill>
        <p:spPr>
          <a:xfrm rot="0">
            <a:off x="12674600" y="2565400"/>
            <a:ext cx="2489200" cy="1117600"/>
          </a:xfrm>
          <a:prstGeom prst="rect">
            <a:avLst/>
          </a:prstGeom>
        </p:spPr>
      </p:pic>
      <p:pic>
        <p:nvPicPr>
          <p:cNvPr name="Picture 93" id="93"/>
          <p:cNvPicPr>
            <a:picLocks noChangeAspect="true"/>
          </p:cNvPicPr>
          <p:nvPr/>
        </p:nvPicPr>
        <p:blipFill>
          <a:blip r:embed="rId53"/>
          <a:stretch>
            <a:fillRect/>
          </a:stretch>
        </p:blipFill>
        <p:spPr>
          <a:xfrm rot="0">
            <a:off x="1549400" y="2616200"/>
            <a:ext cx="2984500" cy="1041400"/>
          </a:xfrm>
          <a:prstGeom prst="rect">
            <a:avLst/>
          </a:prstGeom>
        </p:spPr>
      </p:pic>
      <p:grpSp>
        <p:nvGrpSpPr>
          <p:cNvPr name="Group 94" id="94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95" id="95"/>
          <p:cNvPicPr>
            <a:picLocks noChangeAspect="true"/>
          </p:cNvPicPr>
          <p:nvPr/>
        </p:nvPicPr>
        <p:blipFill>
          <a:blip r:embed="rId54"/>
          <a:stretch>
            <a:fillRect/>
          </a:stretch>
        </p:blipFill>
        <p:spPr>
          <a:xfrm rot="0">
            <a:off x="1524000" y="4826000"/>
            <a:ext cx="482600" cy="482600"/>
          </a:xfrm>
          <a:prstGeom prst="rect">
            <a:avLst/>
          </a:prstGeom>
        </p:spPr>
      </p:pic>
      <p:pic>
        <p:nvPicPr>
          <p:cNvPr name="Picture 96" id="96"/>
          <p:cNvPicPr>
            <a:picLocks noChangeAspect="true"/>
          </p:cNvPicPr>
          <p:nvPr/>
        </p:nvPicPr>
        <p:blipFill>
          <a:blip r:embed="rId55"/>
          <a:stretch>
            <a:fillRect/>
          </a:stretch>
        </p:blipFill>
        <p:spPr>
          <a:xfrm rot="0">
            <a:off x="1511300" y="4800600"/>
            <a:ext cx="736600" cy="749300"/>
          </a:xfrm>
          <a:prstGeom prst="rect">
            <a:avLst/>
          </a:prstGeom>
        </p:spPr>
      </p:pic>
      <p:grpSp>
        <p:nvGrpSpPr>
          <p:cNvPr name="Group 97" id="97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98" id="98"/>
          <p:cNvPicPr>
            <a:picLocks noChangeAspect="true"/>
          </p:cNvPicPr>
          <p:nvPr/>
        </p:nvPicPr>
        <p:blipFill>
          <a:blip r:embed="rId54"/>
          <a:stretch>
            <a:fillRect/>
          </a:stretch>
        </p:blipFill>
        <p:spPr>
          <a:xfrm rot="0">
            <a:off x="2730500" y="4826000"/>
            <a:ext cx="482600" cy="482600"/>
          </a:xfrm>
          <a:prstGeom prst="rect">
            <a:avLst/>
          </a:prstGeom>
        </p:spPr>
      </p:pic>
      <p:pic>
        <p:nvPicPr>
          <p:cNvPr name="Picture 99" id="99"/>
          <p:cNvPicPr>
            <a:picLocks noChangeAspect="true"/>
          </p:cNvPicPr>
          <p:nvPr/>
        </p:nvPicPr>
        <p:blipFill>
          <a:blip r:embed="rId56"/>
          <a:stretch>
            <a:fillRect/>
          </a:stretch>
        </p:blipFill>
        <p:spPr>
          <a:xfrm rot="0">
            <a:off x="2730500" y="4800600"/>
            <a:ext cx="711200" cy="762000"/>
          </a:xfrm>
          <a:prstGeom prst="rect">
            <a:avLst/>
          </a:prstGeom>
        </p:spPr>
      </p:pic>
      <p:grpSp>
        <p:nvGrpSpPr>
          <p:cNvPr name="Group 100" id="100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01" id="101"/>
          <p:cNvPicPr>
            <a:picLocks noChangeAspect="true"/>
          </p:cNvPicPr>
          <p:nvPr/>
        </p:nvPicPr>
        <p:blipFill>
          <a:blip r:embed="rId54"/>
          <a:stretch>
            <a:fillRect/>
          </a:stretch>
        </p:blipFill>
        <p:spPr>
          <a:xfrm rot="0">
            <a:off x="4102100" y="4826000"/>
            <a:ext cx="482600" cy="482600"/>
          </a:xfrm>
          <a:prstGeom prst="rect">
            <a:avLst/>
          </a:prstGeom>
        </p:spPr>
      </p:pic>
      <p:pic>
        <p:nvPicPr>
          <p:cNvPr name="Picture 102" id="102"/>
          <p:cNvPicPr>
            <a:picLocks noChangeAspect="true"/>
          </p:cNvPicPr>
          <p:nvPr/>
        </p:nvPicPr>
        <p:blipFill>
          <a:blip r:embed="rId57"/>
          <a:stretch>
            <a:fillRect/>
          </a:stretch>
        </p:blipFill>
        <p:spPr>
          <a:xfrm rot="0">
            <a:off x="4114800" y="4800600"/>
            <a:ext cx="685800" cy="1320800"/>
          </a:xfrm>
          <a:prstGeom prst="rect">
            <a:avLst/>
          </a:prstGeom>
        </p:spPr>
      </p:pic>
      <p:grpSp>
        <p:nvGrpSpPr>
          <p:cNvPr name="Group 103" id="103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04" id="104"/>
          <p:cNvPicPr>
            <a:picLocks noChangeAspect="true"/>
          </p:cNvPicPr>
          <p:nvPr/>
        </p:nvPicPr>
        <p:blipFill>
          <a:blip r:embed="rId54"/>
          <a:stretch>
            <a:fillRect/>
          </a:stretch>
        </p:blipFill>
        <p:spPr>
          <a:xfrm rot="0">
            <a:off x="7962900" y="5588000"/>
            <a:ext cx="482600" cy="482600"/>
          </a:xfrm>
          <a:prstGeom prst="rect">
            <a:avLst/>
          </a:prstGeom>
        </p:spPr>
      </p:pic>
      <p:pic>
        <p:nvPicPr>
          <p:cNvPr name="Picture 105" id="105"/>
          <p:cNvPicPr>
            <a:picLocks noChangeAspect="true"/>
          </p:cNvPicPr>
          <p:nvPr/>
        </p:nvPicPr>
        <p:blipFill>
          <a:blip r:embed="rId58"/>
          <a:stretch>
            <a:fillRect/>
          </a:stretch>
        </p:blipFill>
        <p:spPr>
          <a:xfrm rot="0">
            <a:off x="7962900" y="5562600"/>
            <a:ext cx="685800" cy="1320800"/>
          </a:xfrm>
          <a:prstGeom prst="rect">
            <a:avLst/>
          </a:prstGeom>
        </p:spPr>
      </p:pic>
      <p:grpSp>
        <p:nvGrpSpPr>
          <p:cNvPr name="Group 106" id="106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07" id="107"/>
          <p:cNvPicPr>
            <a:picLocks noChangeAspect="true"/>
          </p:cNvPicPr>
          <p:nvPr/>
        </p:nvPicPr>
        <p:blipFill>
          <a:blip r:embed="rId54"/>
          <a:stretch>
            <a:fillRect/>
          </a:stretch>
        </p:blipFill>
        <p:spPr>
          <a:xfrm rot="0">
            <a:off x="2260600" y="5448300"/>
            <a:ext cx="482600" cy="482600"/>
          </a:xfrm>
          <a:prstGeom prst="rect">
            <a:avLst/>
          </a:prstGeom>
        </p:spPr>
      </p:pic>
      <p:pic>
        <p:nvPicPr>
          <p:cNvPr name="Picture 108" id="108"/>
          <p:cNvPicPr>
            <a:picLocks noChangeAspect="true"/>
          </p:cNvPicPr>
          <p:nvPr/>
        </p:nvPicPr>
        <p:blipFill>
          <a:blip r:embed="rId59"/>
          <a:stretch>
            <a:fillRect/>
          </a:stretch>
        </p:blipFill>
        <p:spPr>
          <a:xfrm rot="0">
            <a:off x="2247900" y="5422900"/>
            <a:ext cx="749300" cy="749300"/>
          </a:xfrm>
          <a:prstGeom prst="rect">
            <a:avLst/>
          </a:prstGeom>
        </p:spPr>
      </p:pic>
      <p:pic>
        <p:nvPicPr>
          <p:cNvPr name="Picture 109" id="109"/>
          <p:cNvPicPr>
            <a:picLocks noChangeAspect="true"/>
          </p:cNvPicPr>
          <p:nvPr/>
        </p:nvPicPr>
        <p:blipFill>
          <a:blip r:embed="rId60"/>
          <a:stretch>
            <a:fillRect/>
          </a:stretch>
        </p:blipFill>
        <p:spPr>
          <a:xfrm rot="0">
            <a:off x="12153900" y="3302000"/>
            <a:ext cx="5372100" cy="67818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grpSp>
        <p:nvGrpSpPr>
          <p:cNvPr name="Group 3" id="3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4" id="4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2705100" y="38100"/>
            <a:ext cx="3111500" cy="11684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3479800" y="330200"/>
            <a:ext cx="1549400" cy="5842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3721100" y="228600"/>
            <a:ext cx="1206500" cy="1524000"/>
          </a:xfrm>
          <a:prstGeom prst="rect">
            <a:avLst/>
          </a:prstGeom>
        </p:spPr>
      </p:pic>
      <p:grpSp>
        <p:nvGrpSpPr>
          <p:cNvPr name="Group 7" id="7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grpSp>
        <p:nvGrpSpPr>
          <p:cNvPr name="Group 8" id="8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9" id="9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3848100" y="38100"/>
            <a:ext cx="6477000" cy="11684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5461000" y="330200"/>
            <a:ext cx="3238500" cy="5842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5689600" y="114300"/>
            <a:ext cx="2984500" cy="1219200"/>
          </a:xfrm>
          <a:prstGeom prst="rect">
            <a:avLst/>
          </a:prstGeom>
        </p:spPr>
      </p:pic>
      <p:grpSp>
        <p:nvGrpSpPr>
          <p:cNvPr name="Group 12" id="12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grpSp>
        <p:nvGrpSpPr>
          <p:cNvPr name="Group 13" id="13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4" id="14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8521700" y="38100"/>
            <a:ext cx="3111500" cy="1168400"/>
          </a:xfrm>
          <a:prstGeom prst="rect">
            <a:avLst/>
          </a:prstGeom>
        </p:spPr>
      </p:pic>
      <p:pic>
        <p:nvPicPr>
          <p:cNvPr name="Picture 15" id="15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9296400" y="330200"/>
            <a:ext cx="1549400" cy="584200"/>
          </a:xfrm>
          <a:prstGeom prst="rect">
            <a:avLst/>
          </a:prstGeom>
        </p:spPr>
      </p:pic>
      <p:pic>
        <p:nvPicPr>
          <p:cNvPr name="Picture 16" id="16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9486900" y="241300"/>
            <a:ext cx="1371600" cy="1524000"/>
          </a:xfrm>
          <a:prstGeom prst="rect">
            <a:avLst/>
          </a:prstGeom>
        </p:spPr>
      </p:pic>
      <p:grpSp>
        <p:nvGrpSpPr>
          <p:cNvPr name="Group 17" id="17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8" id="18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1333500" y="431800"/>
            <a:ext cx="330200" cy="330200"/>
          </a:xfrm>
          <a:prstGeom prst="rect">
            <a:avLst/>
          </a:prstGeom>
        </p:spPr>
      </p:pic>
      <p:pic>
        <p:nvPicPr>
          <p:cNvPr name="Picture 19" id="19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1968500" y="431800"/>
            <a:ext cx="330200" cy="330200"/>
          </a:xfrm>
          <a:prstGeom prst="rect">
            <a:avLst/>
          </a:prstGeom>
        </p:spPr>
      </p:pic>
      <p:pic>
        <p:nvPicPr>
          <p:cNvPr name="Picture 20" id="20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2590800" y="431800"/>
            <a:ext cx="330200" cy="330200"/>
          </a:xfrm>
          <a:prstGeom prst="rect">
            <a:avLst/>
          </a:prstGeom>
        </p:spPr>
      </p:pic>
      <p:grpSp>
        <p:nvGrpSpPr>
          <p:cNvPr name="Group 21" id="21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22" id="22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-6756400" y="-889000"/>
            <a:ext cx="32677100" cy="14376400"/>
          </a:xfrm>
          <a:prstGeom prst="rect">
            <a:avLst/>
          </a:prstGeom>
        </p:spPr>
      </p:pic>
      <p:pic>
        <p:nvPicPr>
          <p:cNvPr name="Picture 23" id="23"/>
          <p:cNvPicPr>
            <a:picLocks noChangeAspect="true"/>
          </p:cNvPicPr>
          <p:nvPr/>
        </p:nvPicPr>
        <p:blipFill>
          <a:blip r:embed="rId13"/>
          <a:stretch>
            <a:fillRect/>
          </a:stretch>
        </p:blipFill>
        <p:spPr>
          <a:xfrm rot="0">
            <a:off x="1333500" y="2628900"/>
            <a:ext cx="16344900" cy="7188200"/>
          </a:xfrm>
          <a:prstGeom prst="rect">
            <a:avLst/>
          </a:prstGeom>
        </p:spPr>
      </p:pic>
      <p:grpSp>
        <p:nvGrpSpPr>
          <p:cNvPr name="Group 24" id="24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grpSp>
        <p:nvGrpSpPr>
          <p:cNvPr name="Group 25" id="25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26" id="26"/>
          <p:cNvPicPr>
            <a:picLocks noChangeAspect="true"/>
          </p:cNvPicPr>
          <p:nvPr/>
        </p:nvPicPr>
        <p:blipFill>
          <a:blip r:embed="rId14"/>
          <a:stretch>
            <a:fillRect/>
          </a:stretch>
        </p:blipFill>
        <p:spPr>
          <a:xfrm rot="0">
            <a:off x="10477500" y="38100"/>
            <a:ext cx="3822700" cy="1168400"/>
          </a:xfrm>
          <a:prstGeom prst="rect">
            <a:avLst/>
          </a:prstGeom>
        </p:spPr>
      </p:pic>
      <p:pic>
        <p:nvPicPr>
          <p:cNvPr name="Picture 27" id="27"/>
          <p:cNvPicPr>
            <a:picLocks noChangeAspect="true"/>
          </p:cNvPicPr>
          <p:nvPr/>
        </p:nvPicPr>
        <p:blipFill>
          <a:blip r:embed="rId15"/>
          <a:stretch>
            <a:fillRect/>
          </a:stretch>
        </p:blipFill>
        <p:spPr>
          <a:xfrm rot="0">
            <a:off x="11417300" y="330200"/>
            <a:ext cx="1905000" cy="584200"/>
          </a:xfrm>
          <a:prstGeom prst="rect">
            <a:avLst/>
          </a:prstGeom>
        </p:spPr>
      </p:pic>
      <p:pic>
        <p:nvPicPr>
          <p:cNvPr name="Picture 28" id="28"/>
          <p:cNvPicPr>
            <a:picLocks noChangeAspect="true"/>
          </p:cNvPicPr>
          <p:nvPr/>
        </p:nvPicPr>
        <p:blipFill>
          <a:blip r:embed="rId16"/>
          <a:stretch>
            <a:fillRect/>
          </a:stretch>
        </p:blipFill>
        <p:spPr>
          <a:xfrm rot="0">
            <a:off x="11544300" y="114300"/>
            <a:ext cx="1828800" cy="1219200"/>
          </a:xfrm>
          <a:prstGeom prst="rect">
            <a:avLst/>
          </a:prstGeom>
        </p:spPr>
      </p:pic>
      <p:grpSp>
        <p:nvGrpSpPr>
          <p:cNvPr name="Group 29" id="29"/>
          <p:cNvGrpSpPr/>
          <p:nvPr/>
        </p:nvGrpSpPr>
        <p:grpSpPr>
          <a:xfrm>
            <a:off x="2147483647" y="-2147483648"/>
            <a:ext cx="2147483647" cy="2147483647"/>
          </a:xfrm>
        </p:grpSpPr>
      </p:grpSp>
      <p:grpSp>
        <p:nvGrpSpPr>
          <p:cNvPr name="Group 30" id="30"/>
          <p:cNvGrpSpPr/>
          <p:nvPr/>
        </p:nvGrpSpPr>
        <p:grpSpPr>
          <a:xfrm>
            <a:off x="-2147483648" y="2147483647"/>
            <a:ext cx="2147483647" cy="95250000"/>
          </a:xfrm>
        </p:grpSpPr>
      </p:grpSp>
      <p:pic>
        <p:nvPicPr>
          <p:cNvPr name="Picture 31" id="31"/>
          <p:cNvPicPr>
            <a:picLocks noChangeAspect="true"/>
          </p:cNvPicPr>
          <p:nvPr/>
        </p:nvPicPr>
        <p:blipFill>
          <a:blip r:embed="rId17"/>
          <a:stretch>
            <a:fillRect/>
          </a:stretch>
        </p:blipFill>
        <p:spPr>
          <a:xfrm rot="5400000">
            <a:off x="-4699000" y="5257800"/>
            <a:ext cx="10922000" cy="12700"/>
          </a:xfrm>
          <a:prstGeom prst="rect">
            <a:avLst/>
          </a:prstGeom>
        </p:spPr>
      </p:pic>
      <p:pic>
        <p:nvPicPr>
          <p:cNvPr name="Picture 32" id="32"/>
          <p:cNvPicPr>
            <a:picLocks noChangeAspect="true"/>
          </p:cNvPicPr>
          <p:nvPr/>
        </p:nvPicPr>
        <p:blipFill>
          <a:blip r:embed="rId18"/>
          <a:stretch>
            <a:fillRect/>
          </a:stretch>
        </p:blipFill>
        <p:spPr>
          <a:xfrm rot="0">
            <a:off x="203200" y="-685800"/>
            <a:ext cx="647700" cy="11658600"/>
          </a:xfrm>
          <a:prstGeom prst="rect">
            <a:avLst/>
          </a:prstGeom>
        </p:spPr>
      </p:pic>
      <p:pic>
        <p:nvPicPr>
          <p:cNvPr name="Picture 33" id="33"/>
          <p:cNvPicPr>
            <a:picLocks noChangeAspect="true"/>
          </p:cNvPicPr>
          <p:nvPr/>
        </p:nvPicPr>
        <p:blipFill>
          <a:blip r:embed="rId19"/>
          <a:stretch>
            <a:fillRect/>
          </a:stretch>
        </p:blipFill>
        <p:spPr>
          <a:xfrm rot="0">
            <a:off x="2565400" y="1320800"/>
            <a:ext cx="5956300" cy="1739900"/>
          </a:xfrm>
          <a:prstGeom prst="rect">
            <a:avLst/>
          </a:prstGeom>
        </p:spPr>
      </p:pic>
      <p:pic>
        <p:nvPicPr>
          <p:cNvPr name="Picture 34" id="34"/>
          <p:cNvPicPr>
            <a:picLocks noChangeAspect="true"/>
          </p:cNvPicPr>
          <p:nvPr/>
        </p:nvPicPr>
        <p:blipFill>
          <a:blip r:embed="rId20"/>
          <a:stretch>
            <a:fillRect/>
          </a:stretch>
        </p:blipFill>
        <p:spPr>
          <a:xfrm rot="0">
            <a:off x="1333500" y="1219200"/>
            <a:ext cx="1333500" cy="1117600"/>
          </a:xfrm>
          <a:prstGeom prst="rect">
            <a:avLst/>
          </a:prstGeom>
        </p:spPr>
      </p:pic>
      <p:pic>
        <p:nvPicPr>
          <p:cNvPr name="Picture 35" id="35"/>
          <p:cNvPicPr>
            <a:picLocks noChangeAspect="true"/>
          </p:cNvPicPr>
          <p:nvPr/>
        </p:nvPicPr>
        <p:blipFill>
          <a:blip r:embed="rId21"/>
          <a:stretch>
            <a:fillRect/>
          </a:stretch>
        </p:blipFill>
        <p:spPr>
          <a:xfrm rot="0">
            <a:off x="2070100" y="-939800"/>
            <a:ext cx="20599400" cy="14351000"/>
          </a:xfrm>
          <a:prstGeom prst="rect">
            <a:avLst/>
          </a:prstGeom>
        </p:spPr>
      </p:pic>
      <p:pic>
        <p:nvPicPr>
          <p:cNvPr name="Picture 36" id="36"/>
          <p:cNvPicPr>
            <a:picLocks noChangeAspect="true"/>
          </p:cNvPicPr>
          <p:nvPr/>
        </p:nvPicPr>
        <p:blipFill>
          <a:blip r:embed="rId22"/>
          <a:stretch>
            <a:fillRect/>
          </a:stretch>
        </p:blipFill>
        <p:spPr>
          <a:xfrm rot="0">
            <a:off x="1485900" y="2921000"/>
            <a:ext cx="5842000" cy="52705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terms:modified xsi:type="dcterms:W3CDTF">2011-08-01T06:04:30Z</dcterms:modified>
  <cp:revision>1</cp:revision>
</cp:coreProperties>
</file>