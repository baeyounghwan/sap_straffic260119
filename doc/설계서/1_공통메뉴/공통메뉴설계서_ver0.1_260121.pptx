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80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15.png"/><Relationship Id="rId26" Type="http://schemas.openxmlformats.org/officeDocument/2006/relationships/image" Target="../media/image29.png"/><Relationship Id="rId39" Type="http://schemas.openxmlformats.org/officeDocument/2006/relationships/image" Target="../media/image42.png"/><Relationship Id="rId21" Type="http://schemas.openxmlformats.org/officeDocument/2006/relationships/image" Target="../media/image18.png"/><Relationship Id="rId34" Type="http://schemas.openxmlformats.org/officeDocument/2006/relationships/image" Target="../media/image37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9" Type="http://schemas.openxmlformats.org/officeDocument/2006/relationships/image" Target="../media/image32.png"/><Relationship Id="rId11" Type="http://schemas.openxmlformats.org/officeDocument/2006/relationships/image" Target="../media/image10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" Type="http://schemas.openxmlformats.org/officeDocument/2006/relationships/image" Target="../media/image4.png"/><Relationship Id="rId15" Type="http://schemas.openxmlformats.org/officeDocument/2006/relationships/image" Target="../media/image24.png"/><Relationship Id="rId23" Type="http://schemas.openxmlformats.org/officeDocument/2006/relationships/image" Target="../media/image20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3.png"/><Relationship Id="rId22" Type="http://schemas.openxmlformats.org/officeDocument/2006/relationships/image" Target="../media/image26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21.png"/><Relationship Id="rId17" Type="http://schemas.openxmlformats.org/officeDocument/2006/relationships/image" Target="../media/image14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20" Type="http://schemas.openxmlformats.org/officeDocument/2006/relationships/image" Target="../media/image17.png"/><Relationship Id="rId41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4.png"/><Relationship Id="rId21" Type="http://schemas.openxmlformats.org/officeDocument/2006/relationships/image" Target="../media/image18.png"/><Relationship Id="rId42" Type="http://schemas.openxmlformats.org/officeDocument/2006/relationships/image" Target="../media/image70.png"/><Relationship Id="rId47" Type="http://schemas.openxmlformats.org/officeDocument/2006/relationships/image" Target="../media/image75.png"/><Relationship Id="rId63" Type="http://schemas.openxmlformats.org/officeDocument/2006/relationships/image" Target="../media/image91.png"/><Relationship Id="rId68" Type="http://schemas.openxmlformats.org/officeDocument/2006/relationships/image" Target="../media/image96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9" Type="http://schemas.openxmlformats.org/officeDocument/2006/relationships/image" Target="../media/image57.png"/><Relationship Id="rId11" Type="http://schemas.openxmlformats.org/officeDocument/2006/relationships/image" Target="../media/image10.png"/><Relationship Id="rId24" Type="http://schemas.openxmlformats.org/officeDocument/2006/relationships/image" Target="../media/image27.png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45" Type="http://schemas.openxmlformats.org/officeDocument/2006/relationships/image" Target="../media/image73.png"/><Relationship Id="rId53" Type="http://schemas.openxmlformats.org/officeDocument/2006/relationships/image" Target="../media/image81.png"/><Relationship Id="rId58" Type="http://schemas.openxmlformats.org/officeDocument/2006/relationships/image" Target="../media/image86.png"/><Relationship Id="rId66" Type="http://schemas.openxmlformats.org/officeDocument/2006/relationships/image" Target="../media/image94.png"/><Relationship Id="rId5" Type="http://schemas.openxmlformats.org/officeDocument/2006/relationships/image" Target="../media/image4.png"/><Relationship Id="rId61" Type="http://schemas.openxmlformats.org/officeDocument/2006/relationships/image" Target="../media/image89.png"/><Relationship Id="rId19" Type="http://schemas.openxmlformats.org/officeDocument/2006/relationships/image" Target="../media/image16.png"/><Relationship Id="rId14" Type="http://schemas.openxmlformats.org/officeDocument/2006/relationships/image" Target="../media/image23.png"/><Relationship Id="rId22" Type="http://schemas.openxmlformats.org/officeDocument/2006/relationships/image" Target="../media/image26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3.png"/><Relationship Id="rId43" Type="http://schemas.openxmlformats.org/officeDocument/2006/relationships/image" Target="../media/image71.png"/><Relationship Id="rId48" Type="http://schemas.openxmlformats.org/officeDocument/2006/relationships/image" Target="../media/image76.png"/><Relationship Id="rId56" Type="http://schemas.openxmlformats.org/officeDocument/2006/relationships/image" Target="../media/image84.png"/><Relationship Id="rId64" Type="http://schemas.openxmlformats.org/officeDocument/2006/relationships/image" Target="../media/image92.png"/><Relationship Id="rId69" Type="http://schemas.openxmlformats.org/officeDocument/2006/relationships/image" Target="../media/image97.png"/><Relationship Id="rId8" Type="http://schemas.openxmlformats.org/officeDocument/2006/relationships/image" Target="../media/image7.png"/><Relationship Id="rId51" Type="http://schemas.openxmlformats.org/officeDocument/2006/relationships/image" Target="../media/image79.png"/><Relationship Id="rId3" Type="http://schemas.openxmlformats.org/officeDocument/2006/relationships/image" Target="../media/image2.png"/><Relationship Id="rId12" Type="http://schemas.openxmlformats.org/officeDocument/2006/relationships/image" Target="../media/image21.png"/><Relationship Id="rId17" Type="http://schemas.openxmlformats.org/officeDocument/2006/relationships/image" Target="../media/image14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image" Target="../media/image66.png"/><Relationship Id="rId46" Type="http://schemas.openxmlformats.org/officeDocument/2006/relationships/image" Target="../media/image74.png"/><Relationship Id="rId59" Type="http://schemas.openxmlformats.org/officeDocument/2006/relationships/image" Target="../media/image87.png"/><Relationship Id="rId67" Type="http://schemas.openxmlformats.org/officeDocument/2006/relationships/image" Target="../media/image95.png"/><Relationship Id="rId20" Type="http://schemas.openxmlformats.org/officeDocument/2006/relationships/image" Target="../media/image17.png"/><Relationship Id="rId41" Type="http://schemas.openxmlformats.org/officeDocument/2006/relationships/image" Target="../media/image69.png"/><Relationship Id="rId54" Type="http://schemas.openxmlformats.org/officeDocument/2006/relationships/image" Target="../media/image82.png"/><Relationship Id="rId62" Type="http://schemas.openxmlformats.org/officeDocument/2006/relationships/image" Target="../media/image90.png"/><Relationship Id="rId70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5" Type="http://schemas.openxmlformats.org/officeDocument/2006/relationships/image" Target="../media/image24.png"/><Relationship Id="rId23" Type="http://schemas.openxmlformats.org/officeDocument/2006/relationships/image" Target="../media/image20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49" Type="http://schemas.openxmlformats.org/officeDocument/2006/relationships/image" Target="../media/image77.png"/><Relationship Id="rId57" Type="http://schemas.openxmlformats.org/officeDocument/2006/relationships/image" Target="../media/image85.png"/><Relationship Id="rId10" Type="http://schemas.openxmlformats.org/officeDocument/2006/relationships/image" Target="../media/image9.png"/><Relationship Id="rId31" Type="http://schemas.openxmlformats.org/officeDocument/2006/relationships/image" Target="../media/image59.png"/><Relationship Id="rId44" Type="http://schemas.openxmlformats.org/officeDocument/2006/relationships/image" Target="../media/image72.png"/><Relationship Id="rId52" Type="http://schemas.openxmlformats.org/officeDocument/2006/relationships/image" Target="../media/image80.png"/><Relationship Id="rId60" Type="http://schemas.openxmlformats.org/officeDocument/2006/relationships/image" Target="../media/image88.png"/><Relationship Id="rId65" Type="http://schemas.openxmlformats.org/officeDocument/2006/relationships/image" Target="../media/image9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22.png"/><Relationship Id="rId18" Type="http://schemas.openxmlformats.org/officeDocument/2006/relationships/image" Target="../media/image15.png"/><Relationship Id="rId39" Type="http://schemas.openxmlformats.org/officeDocument/2006/relationships/image" Target="../media/image67.png"/><Relationship Id="rId34" Type="http://schemas.openxmlformats.org/officeDocument/2006/relationships/image" Target="../media/image62.png"/><Relationship Id="rId50" Type="http://schemas.openxmlformats.org/officeDocument/2006/relationships/image" Target="../media/image78.png"/><Relationship Id="rId5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" y="431800"/>
            <a:ext cx="330200" cy="330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8500" y="431800"/>
            <a:ext cx="330200" cy="33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-2147483648" y="2147483647"/>
            <a:ext cx="2147483647" cy="95250000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" y="431800"/>
            <a:ext cx="330200" cy="330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8500" y="431800"/>
            <a:ext cx="330200" cy="33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581400" y="-1028700"/>
            <a:ext cx="20434300" cy="1437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2489200"/>
            <a:ext cx="10210800" cy="71882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5600" y="-1041400"/>
            <a:ext cx="11468100" cy="14376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52300" y="2489200"/>
            <a:ext cx="5740400" cy="7188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grpSp>
        <p:nvGrpSpPr>
          <p:cNvPr id="34" name="Group 34"/>
          <p:cNvGrpSpPr/>
          <p:nvPr/>
        </p:nvGrpSpPr>
        <p:grpSpPr>
          <a:xfrm>
            <a:off x="-2147483648" y="2147483647"/>
            <a:ext cx="2147483647" cy="95250000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2100" y="1320800"/>
            <a:ext cx="10502900" cy="10541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83000" y="8483600"/>
            <a:ext cx="7366000" cy="8255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2300" y="5905500"/>
            <a:ext cx="1765300" cy="127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2300" y="8470900"/>
            <a:ext cx="1765300" cy="127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79600" y="4635500"/>
            <a:ext cx="1765300" cy="12700"/>
          </a:xfrm>
          <a:prstGeom prst="rect">
            <a:avLst/>
          </a:prstGeom>
        </p:spPr>
      </p:pic>
      <p:grpSp>
        <p:nvGrpSpPr>
          <p:cNvPr id="59" name="Group 5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33600" y="3276600"/>
            <a:ext cx="1282700" cy="8636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83000" y="3644900"/>
            <a:ext cx="7366000" cy="9779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68500" y="4673600"/>
            <a:ext cx="1803400" cy="38862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2800" y="3111500"/>
            <a:ext cx="3314700" cy="7112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217400" y="3492500"/>
            <a:ext cx="5537200" cy="5257800"/>
          </a:xfrm>
          <a:prstGeom prst="rect">
            <a:avLst/>
          </a:prstGeom>
        </p:spPr>
      </p:pic>
      <p:grpSp>
        <p:nvGrpSpPr>
          <p:cNvPr id="67" name="Group 6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8" name="Picture 6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4572000"/>
            <a:ext cx="482600" cy="4826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85900" y="4546600"/>
            <a:ext cx="736600" cy="749300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1" name="Picture 7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5257800"/>
            <a:ext cx="482600" cy="4826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85900" y="5232400"/>
            <a:ext cx="749300" cy="762000"/>
          </a:xfrm>
          <a:prstGeom prst="rect">
            <a:avLst/>
          </a:prstGeom>
        </p:spPr>
      </p:pic>
      <p:grpSp>
        <p:nvGrpSpPr>
          <p:cNvPr id="73" name="Group 7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5956300"/>
            <a:ext cx="482600" cy="4826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85900" y="5930900"/>
            <a:ext cx="711200" cy="774700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7" name="Picture 7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6654800"/>
            <a:ext cx="482600" cy="4826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98600" y="6642100"/>
            <a:ext cx="685800" cy="1320800"/>
          </a:xfrm>
          <a:prstGeom prst="rect">
            <a:avLst/>
          </a:prstGeom>
        </p:spPr>
      </p:pic>
      <p:grpSp>
        <p:nvGrpSpPr>
          <p:cNvPr id="79" name="Group 7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0" name="Picture 8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7353300"/>
            <a:ext cx="482600" cy="482600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85900" y="7327900"/>
            <a:ext cx="749300" cy="749300"/>
          </a:xfrm>
          <a:prstGeom prst="rect">
            <a:avLst/>
          </a:prstGeom>
        </p:spPr>
      </p:pic>
      <p:grpSp>
        <p:nvGrpSpPr>
          <p:cNvPr id="82" name="Group 8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3" name="Picture 83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7937500"/>
            <a:ext cx="482600" cy="4826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85900" y="7899400"/>
            <a:ext cx="711200" cy="774700"/>
          </a:xfrm>
          <a:prstGeom prst="rect">
            <a:avLst/>
          </a:prstGeom>
        </p:spPr>
      </p:pic>
      <p:grpSp>
        <p:nvGrpSpPr>
          <p:cNvPr id="85" name="Group 8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6" name="Picture 8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718300" y="2794000"/>
            <a:ext cx="482600" cy="4826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718300" y="2781300"/>
            <a:ext cx="711200" cy="749300"/>
          </a:xfrm>
          <a:prstGeom prst="rect">
            <a:avLst/>
          </a:prstGeom>
        </p:spPr>
      </p:pic>
      <p:grpSp>
        <p:nvGrpSpPr>
          <p:cNvPr id="88" name="Group 8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9" name="Picture 8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99500" y="2794000"/>
            <a:ext cx="482600" cy="4826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699500" y="2768600"/>
            <a:ext cx="711200" cy="774700"/>
          </a:xfrm>
          <a:prstGeom prst="rect">
            <a:avLst/>
          </a:prstGeom>
        </p:spPr>
      </p:pic>
      <p:grpSp>
        <p:nvGrpSpPr>
          <p:cNvPr id="91" name="Group 9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2" name="Picture 9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56800" y="2794000"/>
            <a:ext cx="482600" cy="482600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956800" y="2768600"/>
            <a:ext cx="711200" cy="774700"/>
          </a:xfrm>
          <a:prstGeom prst="rect">
            <a:avLst/>
          </a:prstGeom>
        </p:spPr>
      </p:pic>
      <p:grpSp>
        <p:nvGrpSpPr>
          <p:cNvPr id="94" name="Group 9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5" name="Picture 9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65500" y="8331200"/>
            <a:ext cx="482600" cy="4826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251200" y="8318500"/>
            <a:ext cx="965200" cy="749300"/>
          </a:xfrm>
          <a:prstGeom prst="rect">
            <a:avLst/>
          </a:prstGeom>
        </p:spPr>
      </p:pic>
      <p:grpSp>
        <p:nvGrpSpPr>
          <p:cNvPr id="97" name="Group 9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8" name="Picture 9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27200" y="2794000"/>
            <a:ext cx="482600" cy="482600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612900" y="2768600"/>
            <a:ext cx="977900" cy="77470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2433300" y="2819400"/>
            <a:ext cx="2679700" cy="5842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674600" y="2628900"/>
            <a:ext cx="24892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" y="431800"/>
            <a:ext cx="330200" cy="330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8500" y="431800"/>
            <a:ext cx="330200" cy="330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619500" y="-939800"/>
            <a:ext cx="20434300" cy="1437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9700" y="2578100"/>
            <a:ext cx="10210800" cy="71882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grpSp>
        <p:nvGrpSpPr>
          <p:cNvPr id="34" name="Group 34"/>
          <p:cNvGrpSpPr/>
          <p:nvPr/>
        </p:nvGrpSpPr>
        <p:grpSpPr>
          <a:xfrm>
            <a:off x="-2147483648" y="2147483647"/>
            <a:ext cx="2147483647" cy="95250000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2100" y="1320800"/>
            <a:ext cx="10502900" cy="10541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2" name="Group 4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74800" y="2781300"/>
            <a:ext cx="635000" cy="2159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09800" y="2781300"/>
            <a:ext cx="2578100" cy="1905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09800" y="4660900"/>
            <a:ext cx="2578100" cy="2921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3530600"/>
            <a:ext cx="622300" cy="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3759200"/>
            <a:ext cx="622300" cy="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3975100"/>
            <a:ext cx="622300" cy="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4203700"/>
            <a:ext cx="622300" cy="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4432300"/>
            <a:ext cx="622300" cy="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4648200"/>
            <a:ext cx="622300" cy="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59" name="Picture 5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3302000"/>
            <a:ext cx="622300" cy="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63700" y="2832100"/>
            <a:ext cx="444500" cy="3048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09800" y="2959100"/>
            <a:ext cx="2578100" cy="3429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12900" y="3340100"/>
            <a:ext cx="622300" cy="14732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33900" y="2794000"/>
            <a:ext cx="165100" cy="1651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41700" y="2794000"/>
            <a:ext cx="1143000" cy="3556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60600" y="4737100"/>
            <a:ext cx="1435100" cy="266700"/>
          </a:xfrm>
          <a:prstGeom prst="rect">
            <a:avLst/>
          </a:prstGeom>
        </p:spPr>
      </p:pic>
      <p:grpSp>
        <p:nvGrpSpPr>
          <p:cNvPr id="67" name="Group 6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8" name="Picture 6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74800" y="5067300"/>
            <a:ext cx="635000" cy="21590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09800" y="5067300"/>
            <a:ext cx="2578100" cy="1905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209800" y="6946900"/>
            <a:ext cx="2578100" cy="292100"/>
          </a:xfrm>
          <a:prstGeom prst="rect">
            <a:avLst/>
          </a:prstGeom>
        </p:spPr>
      </p:pic>
      <p:grpSp>
        <p:nvGrpSpPr>
          <p:cNvPr id="71" name="Group 71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72" name="Picture 7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5816600"/>
            <a:ext cx="622300" cy="0"/>
          </a:xfrm>
          <a:prstGeom prst="rect">
            <a:avLst/>
          </a:prstGeom>
        </p:spPr>
      </p:pic>
      <p:grpSp>
        <p:nvGrpSpPr>
          <p:cNvPr id="73" name="Group 73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6045200"/>
            <a:ext cx="622300" cy="0"/>
          </a:xfrm>
          <a:prstGeom prst="rect">
            <a:avLst/>
          </a:prstGeom>
        </p:spPr>
      </p:pic>
      <p:grpSp>
        <p:nvGrpSpPr>
          <p:cNvPr id="75" name="Group 75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76" name="Picture 7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6273800"/>
            <a:ext cx="622300" cy="0"/>
          </a:xfrm>
          <a:prstGeom prst="rect">
            <a:avLst/>
          </a:prstGeom>
        </p:spPr>
      </p:pic>
      <p:grpSp>
        <p:nvGrpSpPr>
          <p:cNvPr id="77" name="Group 77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78" name="Picture 7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6489700"/>
            <a:ext cx="622300" cy="0"/>
          </a:xfrm>
          <a:prstGeom prst="rect">
            <a:avLst/>
          </a:prstGeom>
        </p:spPr>
      </p:pic>
      <p:grpSp>
        <p:nvGrpSpPr>
          <p:cNvPr id="79" name="Group 79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80" name="Picture 8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6718300"/>
            <a:ext cx="622300" cy="0"/>
          </a:xfrm>
          <a:prstGeom prst="rect">
            <a:avLst/>
          </a:prstGeom>
        </p:spPr>
      </p:pic>
      <p:grpSp>
        <p:nvGrpSpPr>
          <p:cNvPr id="81" name="Group 81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82" name="Picture 8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6946900"/>
            <a:ext cx="622300" cy="0"/>
          </a:xfrm>
          <a:prstGeom prst="rect">
            <a:avLst/>
          </a:prstGeom>
        </p:spPr>
      </p:pic>
      <p:grpSp>
        <p:nvGrpSpPr>
          <p:cNvPr id="83" name="Group 83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84" name="Picture 8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5600700"/>
            <a:ext cx="622300" cy="0"/>
          </a:xfrm>
          <a:prstGeom prst="rect">
            <a:avLst/>
          </a:prstGeom>
        </p:spPr>
      </p:pic>
      <p:grpSp>
        <p:nvGrpSpPr>
          <p:cNvPr id="85" name="Group 8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6" name="Picture 8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63700" y="5118100"/>
            <a:ext cx="444500" cy="3048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09800" y="5245100"/>
            <a:ext cx="2578100" cy="3429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12900" y="5626100"/>
            <a:ext cx="622300" cy="14732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21200" y="5080000"/>
            <a:ext cx="165100" cy="1651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29000" y="5080000"/>
            <a:ext cx="1143000" cy="3556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60600" y="7023100"/>
            <a:ext cx="1435100" cy="266700"/>
          </a:xfrm>
          <a:prstGeom prst="rect">
            <a:avLst/>
          </a:prstGeom>
        </p:spPr>
      </p:pic>
      <p:grpSp>
        <p:nvGrpSpPr>
          <p:cNvPr id="92" name="Group 9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3" name="Picture 93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74800" y="7404100"/>
            <a:ext cx="635000" cy="21590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209800" y="7404100"/>
            <a:ext cx="2578100" cy="190500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09800" y="9271000"/>
            <a:ext cx="2578100" cy="292100"/>
          </a:xfrm>
          <a:prstGeom prst="rect">
            <a:avLst/>
          </a:prstGeom>
        </p:spPr>
      </p:pic>
      <p:grpSp>
        <p:nvGrpSpPr>
          <p:cNvPr id="96" name="Group 9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97" name="Picture 9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8153400"/>
            <a:ext cx="622300" cy="0"/>
          </a:xfrm>
          <a:prstGeom prst="rect">
            <a:avLst/>
          </a:prstGeom>
        </p:spPr>
      </p:pic>
      <p:grpSp>
        <p:nvGrpSpPr>
          <p:cNvPr id="98" name="Group 9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99" name="Picture 9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8369300"/>
            <a:ext cx="622300" cy="0"/>
          </a:xfrm>
          <a:prstGeom prst="rect">
            <a:avLst/>
          </a:prstGeom>
        </p:spPr>
      </p:pic>
      <p:grpSp>
        <p:nvGrpSpPr>
          <p:cNvPr id="100" name="Group 10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01" name="Picture 10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8597900"/>
            <a:ext cx="622300" cy="0"/>
          </a:xfrm>
          <a:prstGeom prst="rect">
            <a:avLst/>
          </a:prstGeom>
        </p:spPr>
      </p:pic>
      <p:grpSp>
        <p:nvGrpSpPr>
          <p:cNvPr id="102" name="Group 10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03" name="Picture 10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8826500"/>
            <a:ext cx="622300" cy="0"/>
          </a:xfrm>
          <a:prstGeom prst="rect">
            <a:avLst/>
          </a:prstGeom>
        </p:spPr>
      </p:pic>
      <p:grpSp>
        <p:nvGrpSpPr>
          <p:cNvPr id="104" name="Group 10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05" name="Picture 10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9042400"/>
            <a:ext cx="622300" cy="0"/>
          </a:xfrm>
          <a:prstGeom prst="rect">
            <a:avLst/>
          </a:prstGeom>
        </p:spPr>
      </p:pic>
      <p:grpSp>
        <p:nvGrpSpPr>
          <p:cNvPr id="106" name="Group 10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07" name="Picture 10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7500" y="9271000"/>
            <a:ext cx="622300" cy="0"/>
          </a:xfrm>
          <a:prstGeom prst="rect">
            <a:avLst/>
          </a:prstGeom>
        </p:spPr>
      </p:pic>
      <p:grpSp>
        <p:nvGrpSpPr>
          <p:cNvPr id="108" name="Group 10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09" name="Picture 10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74800" y="7924800"/>
            <a:ext cx="622300" cy="0"/>
          </a:xfrm>
          <a:prstGeom prst="rect">
            <a:avLst/>
          </a:prstGeom>
        </p:spPr>
      </p:pic>
      <p:grpSp>
        <p:nvGrpSpPr>
          <p:cNvPr id="110" name="Group 1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1" name="Picture 11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63700" y="7454900"/>
            <a:ext cx="444500" cy="3048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209800" y="7581900"/>
            <a:ext cx="2578100" cy="342900"/>
          </a:xfrm>
          <a:prstGeom prst="rect">
            <a:avLst/>
          </a:prstGeom>
        </p:spPr>
      </p:pic>
      <p:pic>
        <p:nvPicPr>
          <p:cNvPr id="113" name="Picture 113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12900" y="7962900"/>
            <a:ext cx="622300" cy="147320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21200" y="7416800"/>
            <a:ext cx="165100" cy="165100"/>
          </a:xfrm>
          <a:prstGeom prst="rect">
            <a:avLst/>
          </a:prstGeom>
        </p:spPr>
      </p:pic>
      <p:pic>
        <p:nvPicPr>
          <p:cNvPr id="115" name="Picture 11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29000" y="7404100"/>
            <a:ext cx="1143000" cy="355600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60600" y="9347200"/>
            <a:ext cx="1435100" cy="266700"/>
          </a:xfrm>
          <a:prstGeom prst="rect">
            <a:avLst/>
          </a:prstGeom>
        </p:spPr>
      </p:pic>
      <p:grpSp>
        <p:nvGrpSpPr>
          <p:cNvPr id="117" name="Group 1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18" name="Group 1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9" name="Picture 119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889500" y="2781300"/>
            <a:ext cx="635000" cy="215900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524500" y="2794000"/>
            <a:ext cx="2578100" cy="190500"/>
          </a:xfrm>
          <a:prstGeom prst="rect">
            <a:avLst/>
          </a:prstGeom>
        </p:spPr>
      </p:pic>
      <p:pic>
        <p:nvPicPr>
          <p:cNvPr id="121" name="Picture 121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524500" y="4660900"/>
            <a:ext cx="2578100" cy="292100"/>
          </a:xfrm>
          <a:prstGeom prst="rect">
            <a:avLst/>
          </a:prstGeom>
        </p:spPr>
      </p:pic>
      <p:grpSp>
        <p:nvGrpSpPr>
          <p:cNvPr id="122" name="Group 12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23" name="Picture 12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3530600"/>
            <a:ext cx="622300" cy="0"/>
          </a:xfrm>
          <a:prstGeom prst="rect">
            <a:avLst/>
          </a:prstGeom>
        </p:spPr>
      </p:pic>
      <p:grpSp>
        <p:nvGrpSpPr>
          <p:cNvPr id="124" name="Group 12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25" name="Picture 12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3759200"/>
            <a:ext cx="622300" cy="0"/>
          </a:xfrm>
          <a:prstGeom prst="rect">
            <a:avLst/>
          </a:prstGeom>
        </p:spPr>
      </p:pic>
      <p:grpSp>
        <p:nvGrpSpPr>
          <p:cNvPr id="126" name="Group 12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27" name="Picture 12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3987800"/>
            <a:ext cx="622300" cy="0"/>
          </a:xfrm>
          <a:prstGeom prst="rect">
            <a:avLst/>
          </a:prstGeom>
        </p:spPr>
      </p:pic>
      <p:grpSp>
        <p:nvGrpSpPr>
          <p:cNvPr id="128" name="Group 12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29" name="Picture 12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4203700"/>
            <a:ext cx="622300" cy="0"/>
          </a:xfrm>
          <a:prstGeom prst="rect">
            <a:avLst/>
          </a:prstGeom>
        </p:spPr>
      </p:pic>
      <p:grpSp>
        <p:nvGrpSpPr>
          <p:cNvPr id="130" name="Group 13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31" name="Picture 1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4432300"/>
            <a:ext cx="622300" cy="0"/>
          </a:xfrm>
          <a:prstGeom prst="rect">
            <a:avLst/>
          </a:prstGeom>
        </p:spPr>
      </p:pic>
      <p:grpSp>
        <p:nvGrpSpPr>
          <p:cNvPr id="132" name="Group 13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33" name="Picture 13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4660900"/>
            <a:ext cx="622300" cy="0"/>
          </a:xfrm>
          <a:prstGeom prst="rect">
            <a:avLst/>
          </a:prstGeom>
        </p:spPr>
      </p:pic>
      <p:grpSp>
        <p:nvGrpSpPr>
          <p:cNvPr id="134" name="Group 13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35" name="Picture 13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3314700"/>
            <a:ext cx="622300" cy="0"/>
          </a:xfrm>
          <a:prstGeom prst="rect">
            <a:avLst/>
          </a:prstGeom>
        </p:spPr>
      </p:pic>
      <p:grpSp>
        <p:nvGrpSpPr>
          <p:cNvPr id="136" name="Group 1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7" name="Picture 13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78400" y="2832100"/>
            <a:ext cx="444500" cy="30480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524500" y="2971800"/>
            <a:ext cx="2578100" cy="342900"/>
          </a:xfrm>
          <a:prstGeom prst="rect">
            <a:avLst/>
          </a:prstGeom>
        </p:spPr>
      </p:pic>
      <p:pic>
        <p:nvPicPr>
          <p:cNvPr id="139" name="Picture 13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927600" y="3352800"/>
            <a:ext cx="622300" cy="1473200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48600" y="2794000"/>
            <a:ext cx="165100" cy="165100"/>
          </a:xfrm>
          <a:prstGeom prst="rect">
            <a:avLst/>
          </a:prstGeom>
        </p:spPr>
      </p:pic>
      <p:pic>
        <p:nvPicPr>
          <p:cNvPr id="141" name="Picture 14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56400" y="2794000"/>
            <a:ext cx="1143000" cy="355600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75300" y="4737100"/>
            <a:ext cx="1435100" cy="266700"/>
          </a:xfrm>
          <a:prstGeom prst="rect">
            <a:avLst/>
          </a:prstGeom>
        </p:spPr>
      </p:pic>
      <p:grpSp>
        <p:nvGrpSpPr>
          <p:cNvPr id="143" name="Group 1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4" name="Picture 14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889500" y="5080000"/>
            <a:ext cx="635000" cy="2159000"/>
          </a:xfrm>
          <a:prstGeom prst="rect">
            <a:avLst/>
          </a:prstGeom>
        </p:spPr>
      </p:pic>
      <p:pic>
        <p:nvPicPr>
          <p:cNvPr id="145" name="Picture 14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524500" y="5080000"/>
            <a:ext cx="2578100" cy="190500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524500" y="6946900"/>
            <a:ext cx="2578100" cy="292100"/>
          </a:xfrm>
          <a:prstGeom prst="rect">
            <a:avLst/>
          </a:prstGeom>
        </p:spPr>
      </p:pic>
      <p:grpSp>
        <p:nvGrpSpPr>
          <p:cNvPr id="147" name="Group 147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48" name="Picture 14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5829300"/>
            <a:ext cx="622300" cy="0"/>
          </a:xfrm>
          <a:prstGeom prst="rect">
            <a:avLst/>
          </a:prstGeom>
        </p:spPr>
      </p:pic>
      <p:grpSp>
        <p:nvGrpSpPr>
          <p:cNvPr id="149" name="Group 149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50" name="Picture 15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6045200"/>
            <a:ext cx="622300" cy="0"/>
          </a:xfrm>
          <a:prstGeom prst="rect">
            <a:avLst/>
          </a:prstGeom>
        </p:spPr>
      </p:pic>
      <p:grpSp>
        <p:nvGrpSpPr>
          <p:cNvPr id="151" name="Group 151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52" name="Picture 15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6273800"/>
            <a:ext cx="622300" cy="0"/>
          </a:xfrm>
          <a:prstGeom prst="rect">
            <a:avLst/>
          </a:prstGeom>
        </p:spPr>
      </p:pic>
      <p:grpSp>
        <p:nvGrpSpPr>
          <p:cNvPr id="153" name="Group 153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54" name="Picture 15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6502400"/>
            <a:ext cx="622300" cy="0"/>
          </a:xfrm>
          <a:prstGeom prst="rect">
            <a:avLst/>
          </a:prstGeom>
        </p:spPr>
      </p:pic>
      <p:grpSp>
        <p:nvGrpSpPr>
          <p:cNvPr id="155" name="Group 155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56" name="Picture 15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6718300"/>
            <a:ext cx="622300" cy="0"/>
          </a:xfrm>
          <a:prstGeom prst="rect">
            <a:avLst/>
          </a:prstGeom>
        </p:spPr>
      </p:pic>
      <p:grpSp>
        <p:nvGrpSpPr>
          <p:cNvPr id="157" name="Group 157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58" name="Picture 15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6946900"/>
            <a:ext cx="622300" cy="0"/>
          </a:xfrm>
          <a:prstGeom prst="rect">
            <a:avLst/>
          </a:prstGeom>
        </p:spPr>
      </p:pic>
      <p:grpSp>
        <p:nvGrpSpPr>
          <p:cNvPr id="159" name="Group 159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60" name="Picture 16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5600700"/>
            <a:ext cx="622300" cy="0"/>
          </a:xfrm>
          <a:prstGeom prst="rect">
            <a:avLst/>
          </a:prstGeom>
        </p:spPr>
      </p:pic>
      <p:grpSp>
        <p:nvGrpSpPr>
          <p:cNvPr id="161" name="Group 1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2" name="Picture 16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78400" y="5130800"/>
            <a:ext cx="444500" cy="304800"/>
          </a:xfrm>
          <a:prstGeom prst="rect">
            <a:avLst/>
          </a:prstGeom>
        </p:spPr>
      </p:pic>
      <p:pic>
        <p:nvPicPr>
          <p:cNvPr id="163" name="Picture 163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524500" y="5257800"/>
            <a:ext cx="2578100" cy="34290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27600" y="5638800"/>
            <a:ext cx="622300" cy="1473200"/>
          </a:xfrm>
          <a:prstGeom prst="rect">
            <a:avLst/>
          </a:prstGeom>
        </p:spPr>
      </p:pic>
      <p:pic>
        <p:nvPicPr>
          <p:cNvPr id="165" name="Picture 16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35900" y="5092700"/>
            <a:ext cx="165100" cy="165100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43700" y="5080000"/>
            <a:ext cx="1143000" cy="355600"/>
          </a:xfrm>
          <a:prstGeom prst="rect">
            <a:avLst/>
          </a:prstGeom>
        </p:spPr>
      </p:pic>
      <p:pic>
        <p:nvPicPr>
          <p:cNvPr id="167" name="Picture 167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75300" y="7023100"/>
            <a:ext cx="1435100" cy="266700"/>
          </a:xfrm>
          <a:prstGeom prst="rect">
            <a:avLst/>
          </a:prstGeom>
        </p:spPr>
      </p:pic>
      <p:grpSp>
        <p:nvGrpSpPr>
          <p:cNvPr id="168" name="Group 16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9" name="Picture 169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889500" y="7404100"/>
            <a:ext cx="635000" cy="2159000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524500" y="7404100"/>
            <a:ext cx="2578100" cy="190500"/>
          </a:xfrm>
          <a:prstGeom prst="rect">
            <a:avLst/>
          </a:prstGeom>
        </p:spPr>
      </p:pic>
      <p:pic>
        <p:nvPicPr>
          <p:cNvPr id="171" name="Picture 171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524500" y="9283700"/>
            <a:ext cx="2578100" cy="292100"/>
          </a:xfrm>
          <a:prstGeom prst="rect">
            <a:avLst/>
          </a:prstGeom>
        </p:spPr>
      </p:pic>
      <p:grpSp>
        <p:nvGrpSpPr>
          <p:cNvPr id="172" name="Group 17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73" name="Picture 17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8153400"/>
            <a:ext cx="622300" cy="0"/>
          </a:xfrm>
          <a:prstGeom prst="rect">
            <a:avLst/>
          </a:prstGeom>
        </p:spPr>
      </p:pic>
      <p:grpSp>
        <p:nvGrpSpPr>
          <p:cNvPr id="174" name="Group 17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75" name="Picture 17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8382000"/>
            <a:ext cx="622300" cy="0"/>
          </a:xfrm>
          <a:prstGeom prst="rect">
            <a:avLst/>
          </a:prstGeom>
        </p:spPr>
      </p:pic>
      <p:grpSp>
        <p:nvGrpSpPr>
          <p:cNvPr id="176" name="Group 17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77" name="Picture 17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8597900"/>
            <a:ext cx="622300" cy="0"/>
          </a:xfrm>
          <a:prstGeom prst="rect">
            <a:avLst/>
          </a:prstGeom>
        </p:spPr>
      </p:pic>
      <p:grpSp>
        <p:nvGrpSpPr>
          <p:cNvPr id="178" name="Group 17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79" name="Picture 17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8826500"/>
            <a:ext cx="622300" cy="0"/>
          </a:xfrm>
          <a:prstGeom prst="rect">
            <a:avLst/>
          </a:prstGeom>
        </p:spPr>
      </p:pic>
      <p:grpSp>
        <p:nvGrpSpPr>
          <p:cNvPr id="180" name="Group 18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81" name="Picture 18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9055100"/>
            <a:ext cx="622300" cy="0"/>
          </a:xfrm>
          <a:prstGeom prst="rect">
            <a:avLst/>
          </a:prstGeom>
        </p:spPr>
      </p:pic>
      <p:grpSp>
        <p:nvGrpSpPr>
          <p:cNvPr id="182" name="Group 18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83" name="Picture 18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02200" y="9271000"/>
            <a:ext cx="622300" cy="0"/>
          </a:xfrm>
          <a:prstGeom prst="rect">
            <a:avLst/>
          </a:prstGeom>
        </p:spPr>
      </p:pic>
      <p:grpSp>
        <p:nvGrpSpPr>
          <p:cNvPr id="184" name="Group 18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85" name="Picture 18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9500" y="7924800"/>
            <a:ext cx="622300" cy="0"/>
          </a:xfrm>
          <a:prstGeom prst="rect">
            <a:avLst/>
          </a:prstGeom>
        </p:spPr>
      </p:pic>
      <p:grpSp>
        <p:nvGrpSpPr>
          <p:cNvPr id="186" name="Group 18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7" name="Picture 18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78400" y="7454900"/>
            <a:ext cx="444500" cy="304800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24500" y="7581900"/>
            <a:ext cx="2578100" cy="342900"/>
          </a:xfrm>
          <a:prstGeom prst="rect">
            <a:avLst/>
          </a:prstGeom>
        </p:spPr>
      </p:pic>
      <p:pic>
        <p:nvPicPr>
          <p:cNvPr id="189" name="Picture 18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27600" y="7962900"/>
            <a:ext cx="622300" cy="1473200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35900" y="7416800"/>
            <a:ext cx="165100" cy="165100"/>
          </a:xfrm>
          <a:prstGeom prst="rect">
            <a:avLst/>
          </a:prstGeom>
        </p:spPr>
      </p:pic>
      <p:pic>
        <p:nvPicPr>
          <p:cNvPr id="191" name="Picture 19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43700" y="7416800"/>
            <a:ext cx="1143000" cy="355600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75300" y="9359900"/>
            <a:ext cx="1435100" cy="266700"/>
          </a:xfrm>
          <a:prstGeom prst="rect">
            <a:avLst/>
          </a:prstGeom>
        </p:spPr>
      </p:pic>
      <p:grpSp>
        <p:nvGrpSpPr>
          <p:cNvPr id="193" name="Group 19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94" name="Group 19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5" name="Picture 195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216900" y="2781300"/>
            <a:ext cx="635000" cy="2159000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839200" y="2794000"/>
            <a:ext cx="2578100" cy="190500"/>
          </a:xfrm>
          <a:prstGeom prst="rect">
            <a:avLst/>
          </a:prstGeom>
        </p:spPr>
      </p:pic>
      <p:pic>
        <p:nvPicPr>
          <p:cNvPr id="197" name="Picture 197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839200" y="4660900"/>
            <a:ext cx="2578100" cy="292100"/>
          </a:xfrm>
          <a:prstGeom prst="rect">
            <a:avLst/>
          </a:prstGeom>
        </p:spPr>
      </p:pic>
      <p:grpSp>
        <p:nvGrpSpPr>
          <p:cNvPr id="198" name="Group 19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199" name="Picture 19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3530600"/>
            <a:ext cx="622300" cy="0"/>
          </a:xfrm>
          <a:prstGeom prst="rect">
            <a:avLst/>
          </a:prstGeom>
        </p:spPr>
      </p:pic>
      <p:grpSp>
        <p:nvGrpSpPr>
          <p:cNvPr id="200" name="Group 20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01" name="Picture 20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3759200"/>
            <a:ext cx="622300" cy="0"/>
          </a:xfrm>
          <a:prstGeom prst="rect">
            <a:avLst/>
          </a:prstGeom>
        </p:spPr>
      </p:pic>
      <p:grpSp>
        <p:nvGrpSpPr>
          <p:cNvPr id="202" name="Group 20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03" name="Picture 20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3987800"/>
            <a:ext cx="622300" cy="0"/>
          </a:xfrm>
          <a:prstGeom prst="rect">
            <a:avLst/>
          </a:prstGeom>
        </p:spPr>
      </p:pic>
      <p:grpSp>
        <p:nvGrpSpPr>
          <p:cNvPr id="204" name="Group 20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05" name="Picture 20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4203700"/>
            <a:ext cx="622300" cy="0"/>
          </a:xfrm>
          <a:prstGeom prst="rect">
            <a:avLst/>
          </a:prstGeom>
        </p:spPr>
      </p:pic>
      <p:grpSp>
        <p:nvGrpSpPr>
          <p:cNvPr id="206" name="Group 20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07" name="Picture 20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4432300"/>
            <a:ext cx="622300" cy="0"/>
          </a:xfrm>
          <a:prstGeom prst="rect">
            <a:avLst/>
          </a:prstGeom>
        </p:spPr>
      </p:pic>
      <p:grpSp>
        <p:nvGrpSpPr>
          <p:cNvPr id="208" name="Group 20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09" name="Picture 20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4660900"/>
            <a:ext cx="622300" cy="0"/>
          </a:xfrm>
          <a:prstGeom prst="rect">
            <a:avLst/>
          </a:prstGeom>
        </p:spPr>
      </p:pic>
      <p:grpSp>
        <p:nvGrpSpPr>
          <p:cNvPr id="210" name="Group 21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11" name="Picture 21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3314700"/>
            <a:ext cx="622300" cy="0"/>
          </a:xfrm>
          <a:prstGeom prst="rect">
            <a:avLst/>
          </a:prstGeom>
        </p:spPr>
      </p:pic>
      <p:grpSp>
        <p:nvGrpSpPr>
          <p:cNvPr id="212" name="Group 2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3" name="Picture 21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93100" y="2832100"/>
            <a:ext cx="444500" cy="304800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39200" y="2971800"/>
            <a:ext cx="2578100" cy="342900"/>
          </a:xfrm>
          <a:prstGeom prst="rect">
            <a:avLst/>
          </a:prstGeom>
        </p:spPr>
      </p:pic>
      <p:pic>
        <p:nvPicPr>
          <p:cNvPr id="215" name="Picture 21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42300" y="3352800"/>
            <a:ext cx="622300" cy="1473200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163300" y="2794000"/>
            <a:ext cx="165100" cy="165100"/>
          </a:xfrm>
          <a:prstGeom prst="rect">
            <a:avLst/>
          </a:prstGeom>
        </p:spPr>
      </p:pic>
      <p:pic>
        <p:nvPicPr>
          <p:cNvPr id="217" name="Picture 21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71100" y="2794000"/>
            <a:ext cx="1143000" cy="355600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90000" y="4737100"/>
            <a:ext cx="1435100" cy="266700"/>
          </a:xfrm>
          <a:prstGeom prst="rect">
            <a:avLst/>
          </a:prstGeom>
        </p:spPr>
      </p:pic>
      <p:grpSp>
        <p:nvGrpSpPr>
          <p:cNvPr id="219" name="Group 2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0" name="Picture 220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204200" y="5080000"/>
            <a:ext cx="635000" cy="2159000"/>
          </a:xfrm>
          <a:prstGeom prst="rect">
            <a:avLst/>
          </a:prstGeom>
        </p:spPr>
      </p:pic>
      <p:pic>
        <p:nvPicPr>
          <p:cNvPr id="221" name="Picture 221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839200" y="5080000"/>
            <a:ext cx="2578100" cy="190500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839200" y="6946900"/>
            <a:ext cx="2578100" cy="292100"/>
          </a:xfrm>
          <a:prstGeom prst="rect">
            <a:avLst/>
          </a:prstGeom>
        </p:spPr>
      </p:pic>
      <p:grpSp>
        <p:nvGrpSpPr>
          <p:cNvPr id="223" name="Group 223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24" name="Picture 22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5829300"/>
            <a:ext cx="622300" cy="0"/>
          </a:xfrm>
          <a:prstGeom prst="rect">
            <a:avLst/>
          </a:prstGeom>
        </p:spPr>
      </p:pic>
      <p:grpSp>
        <p:nvGrpSpPr>
          <p:cNvPr id="225" name="Group 225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26" name="Picture 22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6045200"/>
            <a:ext cx="622300" cy="0"/>
          </a:xfrm>
          <a:prstGeom prst="rect">
            <a:avLst/>
          </a:prstGeom>
        </p:spPr>
      </p:pic>
      <p:grpSp>
        <p:nvGrpSpPr>
          <p:cNvPr id="227" name="Group 227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28" name="Picture 2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4200" y="6273800"/>
            <a:ext cx="622300" cy="0"/>
          </a:xfrm>
          <a:prstGeom prst="rect">
            <a:avLst/>
          </a:prstGeom>
        </p:spPr>
      </p:pic>
      <p:grpSp>
        <p:nvGrpSpPr>
          <p:cNvPr id="229" name="Group 229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30" name="Picture 23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6502400"/>
            <a:ext cx="622300" cy="0"/>
          </a:xfrm>
          <a:prstGeom prst="rect">
            <a:avLst/>
          </a:prstGeom>
        </p:spPr>
      </p:pic>
      <p:grpSp>
        <p:nvGrpSpPr>
          <p:cNvPr id="231" name="Group 231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32" name="Picture 2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6718300"/>
            <a:ext cx="622300" cy="0"/>
          </a:xfrm>
          <a:prstGeom prst="rect">
            <a:avLst/>
          </a:prstGeom>
        </p:spPr>
      </p:pic>
      <p:grpSp>
        <p:nvGrpSpPr>
          <p:cNvPr id="233" name="Group 233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34" name="Picture 23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6946900"/>
            <a:ext cx="622300" cy="0"/>
          </a:xfrm>
          <a:prstGeom prst="rect">
            <a:avLst/>
          </a:prstGeom>
        </p:spPr>
      </p:pic>
      <p:grpSp>
        <p:nvGrpSpPr>
          <p:cNvPr id="235" name="Group 235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36" name="Picture 23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4200" y="5600700"/>
            <a:ext cx="622300" cy="0"/>
          </a:xfrm>
          <a:prstGeom prst="rect">
            <a:avLst/>
          </a:prstGeom>
        </p:spPr>
      </p:pic>
      <p:grpSp>
        <p:nvGrpSpPr>
          <p:cNvPr id="237" name="Group 2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38" name="Picture 23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93100" y="5130800"/>
            <a:ext cx="444500" cy="304800"/>
          </a:xfrm>
          <a:prstGeom prst="rect">
            <a:avLst/>
          </a:prstGeom>
        </p:spPr>
      </p:pic>
      <p:pic>
        <p:nvPicPr>
          <p:cNvPr id="239" name="Picture 239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839200" y="5257800"/>
            <a:ext cx="2578100" cy="342900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242300" y="5638800"/>
            <a:ext cx="622300" cy="1473200"/>
          </a:xfrm>
          <a:prstGeom prst="rect">
            <a:avLst/>
          </a:prstGeom>
        </p:spPr>
      </p:pic>
      <p:pic>
        <p:nvPicPr>
          <p:cNvPr id="241" name="Picture 24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150600" y="5092700"/>
            <a:ext cx="165100" cy="165100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58400" y="5080000"/>
            <a:ext cx="1143000" cy="355600"/>
          </a:xfrm>
          <a:prstGeom prst="rect">
            <a:avLst/>
          </a:prstGeom>
        </p:spPr>
      </p:pic>
      <p:pic>
        <p:nvPicPr>
          <p:cNvPr id="243" name="Picture 24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90000" y="7023100"/>
            <a:ext cx="1435100" cy="266700"/>
          </a:xfrm>
          <a:prstGeom prst="rect">
            <a:avLst/>
          </a:prstGeom>
        </p:spPr>
      </p:pic>
      <p:grpSp>
        <p:nvGrpSpPr>
          <p:cNvPr id="244" name="Group 2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5" name="Picture 245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204200" y="7404100"/>
            <a:ext cx="635000" cy="2159000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839200" y="7404100"/>
            <a:ext cx="2578100" cy="190500"/>
          </a:xfrm>
          <a:prstGeom prst="rect">
            <a:avLst/>
          </a:prstGeom>
        </p:spPr>
      </p:pic>
      <p:pic>
        <p:nvPicPr>
          <p:cNvPr id="247" name="Picture 247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839200" y="9283700"/>
            <a:ext cx="2578100" cy="292100"/>
          </a:xfrm>
          <a:prstGeom prst="rect">
            <a:avLst/>
          </a:prstGeom>
        </p:spPr>
      </p:pic>
      <p:grpSp>
        <p:nvGrpSpPr>
          <p:cNvPr id="248" name="Group 24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49" name="Picture 24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8153400"/>
            <a:ext cx="622300" cy="0"/>
          </a:xfrm>
          <a:prstGeom prst="rect">
            <a:avLst/>
          </a:prstGeom>
        </p:spPr>
      </p:pic>
      <p:grpSp>
        <p:nvGrpSpPr>
          <p:cNvPr id="250" name="Group 25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51" name="Picture 25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8382000"/>
            <a:ext cx="622300" cy="0"/>
          </a:xfrm>
          <a:prstGeom prst="rect">
            <a:avLst/>
          </a:prstGeom>
        </p:spPr>
      </p:pic>
      <p:grpSp>
        <p:nvGrpSpPr>
          <p:cNvPr id="252" name="Group 252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53" name="Picture 25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4200" y="8597900"/>
            <a:ext cx="622300" cy="0"/>
          </a:xfrm>
          <a:prstGeom prst="rect">
            <a:avLst/>
          </a:prstGeom>
        </p:spPr>
      </p:pic>
      <p:grpSp>
        <p:nvGrpSpPr>
          <p:cNvPr id="254" name="Group 254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55" name="Picture 25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8826500"/>
            <a:ext cx="622300" cy="0"/>
          </a:xfrm>
          <a:prstGeom prst="rect">
            <a:avLst/>
          </a:prstGeom>
        </p:spPr>
      </p:pic>
      <p:grpSp>
        <p:nvGrpSpPr>
          <p:cNvPr id="256" name="Group 256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57" name="Picture 25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9055100"/>
            <a:ext cx="622300" cy="0"/>
          </a:xfrm>
          <a:prstGeom prst="rect">
            <a:avLst/>
          </a:prstGeom>
        </p:spPr>
      </p:pic>
      <p:grpSp>
        <p:nvGrpSpPr>
          <p:cNvPr id="258" name="Group 258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59" name="Picture 25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16900" y="9271000"/>
            <a:ext cx="622300" cy="0"/>
          </a:xfrm>
          <a:prstGeom prst="rect">
            <a:avLst/>
          </a:prstGeom>
        </p:spPr>
      </p:pic>
      <p:grpSp>
        <p:nvGrpSpPr>
          <p:cNvPr id="260" name="Group 260"/>
          <p:cNvGrpSpPr/>
          <p:nvPr/>
        </p:nvGrpSpPr>
        <p:grpSpPr>
          <a:xfrm>
            <a:off x="2147483647" y="2147483647"/>
            <a:ext cx="2147483647" cy="66738500"/>
            <a:chOff x="0" y="0"/>
            <a:chExt cx="0" cy="0"/>
          </a:xfrm>
        </p:grpSpPr>
      </p:grpSp>
      <p:pic>
        <p:nvPicPr>
          <p:cNvPr id="261" name="Picture 26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4200" y="7924800"/>
            <a:ext cx="622300" cy="0"/>
          </a:xfrm>
          <a:prstGeom prst="rect">
            <a:avLst/>
          </a:prstGeom>
        </p:spPr>
      </p:pic>
      <p:grpSp>
        <p:nvGrpSpPr>
          <p:cNvPr id="262" name="Group 26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3" name="Picture 26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93100" y="7454900"/>
            <a:ext cx="444500" cy="304800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839200" y="7581900"/>
            <a:ext cx="2578100" cy="342900"/>
          </a:xfrm>
          <a:prstGeom prst="rect">
            <a:avLst/>
          </a:prstGeom>
        </p:spPr>
      </p:pic>
      <p:pic>
        <p:nvPicPr>
          <p:cNvPr id="265" name="Picture 26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242300" y="7962900"/>
            <a:ext cx="622300" cy="1473200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150600" y="7416800"/>
            <a:ext cx="165100" cy="165100"/>
          </a:xfrm>
          <a:prstGeom prst="rect">
            <a:avLst/>
          </a:prstGeom>
        </p:spPr>
      </p:pic>
      <p:pic>
        <p:nvPicPr>
          <p:cNvPr id="267" name="Picture 26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58400" y="7416800"/>
            <a:ext cx="1143000" cy="355600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90000" y="9359900"/>
            <a:ext cx="1435100" cy="266700"/>
          </a:xfrm>
          <a:prstGeom prst="rect">
            <a:avLst/>
          </a:prstGeom>
        </p:spPr>
      </p:pic>
      <p:pic>
        <p:nvPicPr>
          <p:cNvPr id="269" name="Picture 269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2128500" y="4152900"/>
            <a:ext cx="2298700" cy="5994400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4782800" y="2768600"/>
            <a:ext cx="2298700" cy="7416800"/>
          </a:xfrm>
          <a:prstGeom prst="rect">
            <a:avLst/>
          </a:prstGeom>
        </p:spPr>
      </p:pic>
      <p:pic>
        <p:nvPicPr>
          <p:cNvPr id="271" name="Picture 271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2446000" y="3086100"/>
            <a:ext cx="1841500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created xsi:type="dcterms:W3CDTF">2006-08-16T00:00:00Z</dcterms:created>
  <dcterms:modified xsi:type="dcterms:W3CDTF">2026-01-21T06:28:35Z</dcterms:modified>
</cp:coreProperties>
</file>