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png" Type="http://schemas.openxmlformats.org/officeDocument/2006/relationships/image"/><Relationship Id="rId17" Target="../media/image16.png" Type="http://schemas.openxmlformats.org/officeDocument/2006/relationships/image"/><Relationship Id="rId18" Target="../media/image17.png" Type="http://schemas.openxmlformats.org/officeDocument/2006/relationships/image"/><Relationship Id="rId19" Target="../media/image18.pn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21.png" Type="http://schemas.openxmlformats.org/officeDocument/2006/relationships/image"/><Relationship Id="rId13" Target="../media/image22.png" Type="http://schemas.openxmlformats.org/officeDocument/2006/relationships/image"/><Relationship Id="rId14" Target="../media/image23.png" Type="http://schemas.openxmlformats.org/officeDocument/2006/relationships/image"/><Relationship Id="rId15" Target="../media/image24.png" Type="http://schemas.openxmlformats.org/officeDocument/2006/relationships/image"/><Relationship Id="rId16" Target="../media/image25.png" Type="http://schemas.openxmlformats.org/officeDocument/2006/relationships/image"/><Relationship Id="rId17" Target="../media/image14.png" Type="http://schemas.openxmlformats.org/officeDocument/2006/relationships/image"/><Relationship Id="rId18" Target="../media/image15.png" Type="http://schemas.openxmlformats.org/officeDocument/2006/relationships/image"/><Relationship Id="rId19" Target="../media/image16.png" Type="http://schemas.openxmlformats.org/officeDocument/2006/relationships/image"/><Relationship Id="rId2" Target="../media/image1.png" Type="http://schemas.openxmlformats.org/officeDocument/2006/relationships/image"/><Relationship Id="rId20" Target="../media/image17.png" Type="http://schemas.openxmlformats.org/officeDocument/2006/relationships/image"/><Relationship Id="rId21" Target="../media/image18.png" Type="http://schemas.openxmlformats.org/officeDocument/2006/relationships/image"/><Relationship Id="rId22" Target="../media/image26.png" Type="http://schemas.openxmlformats.org/officeDocument/2006/relationships/image"/><Relationship Id="rId23" Target="../media/image20.png" Type="http://schemas.openxmlformats.org/officeDocument/2006/relationships/image"/><Relationship Id="rId24" Target="../media/image27.png" Type="http://schemas.openxmlformats.org/officeDocument/2006/relationships/image"/><Relationship Id="rId25" Target="../media/image28.png" Type="http://schemas.openxmlformats.org/officeDocument/2006/relationships/image"/><Relationship Id="rId26" Target="../media/image29.png" Type="http://schemas.openxmlformats.org/officeDocument/2006/relationships/image"/><Relationship Id="rId27" Target="../media/image30.png" Type="http://schemas.openxmlformats.org/officeDocument/2006/relationships/image"/><Relationship Id="rId28" Target="../media/image31.png" Type="http://schemas.openxmlformats.org/officeDocument/2006/relationships/image"/><Relationship Id="rId29" Target="../media/image32.png" Type="http://schemas.openxmlformats.org/officeDocument/2006/relationships/image"/><Relationship Id="rId3" Target="../media/image2.png" Type="http://schemas.openxmlformats.org/officeDocument/2006/relationships/image"/><Relationship Id="rId30" Target="../media/image33.png" Type="http://schemas.openxmlformats.org/officeDocument/2006/relationships/image"/><Relationship Id="rId31" Target="../media/image34.png" Type="http://schemas.openxmlformats.org/officeDocument/2006/relationships/image"/><Relationship Id="rId32" Target="../media/image35.png" Type="http://schemas.openxmlformats.org/officeDocument/2006/relationships/image"/><Relationship Id="rId33" Target="../media/image36.png" Type="http://schemas.openxmlformats.org/officeDocument/2006/relationships/image"/><Relationship Id="rId34" Target="../media/image37.png" Type="http://schemas.openxmlformats.org/officeDocument/2006/relationships/image"/><Relationship Id="rId35" Target="../media/image38.png" Type="http://schemas.openxmlformats.org/officeDocument/2006/relationships/image"/><Relationship Id="rId36" Target="../media/image39.png" Type="http://schemas.openxmlformats.org/officeDocument/2006/relationships/image"/><Relationship Id="rId37" Target="../media/image40.png" Type="http://schemas.openxmlformats.org/officeDocument/2006/relationships/image"/><Relationship Id="rId38" Target="../media/image41.png" Type="http://schemas.openxmlformats.org/officeDocument/2006/relationships/image"/><Relationship Id="rId39" Target="../media/image42.png" Type="http://schemas.openxmlformats.org/officeDocument/2006/relationships/image"/><Relationship Id="rId4" Target="../media/image3.png" Type="http://schemas.openxmlformats.org/officeDocument/2006/relationships/image"/><Relationship Id="rId40" Target="../media/image43.png" Type="http://schemas.openxmlformats.org/officeDocument/2006/relationships/image"/><Relationship Id="rId41" Target="../media/image44.png" Type="http://schemas.openxmlformats.org/officeDocument/2006/relationships/image"/><Relationship Id="rId42" Target="../media/image45.png" Type="http://schemas.openxmlformats.org/officeDocument/2006/relationships/image"/><Relationship Id="rId43" Target="../media/image46.png" Type="http://schemas.openxmlformats.org/officeDocument/2006/relationships/image"/><Relationship Id="rId44" Target="../media/image47.png" Type="http://schemas.openxmlformats.org/officeDocument/2006/relationships/image"/><Relationship Id="rId45" Target="../media/image48.png" Type="http://schemas.openxmlformats.org/officeDocument/2006/relationships/image"/><Relationship Id="rId46" Target="../media/image49.png" Type="http://schemas.openxmlformats.org/officeDocument/2006/relationships/image"/><Relationship Id="rId47" Target="../media/image50.png" Type="http://schemas.openxmlformats.org/officeDocument/2006/relationships/image"/><Relationship Id="rId48" Target="../media/image51.png" Type="http://schemas.openxmlformats.org/officeDocument/2006/relationships/image"/><Relationship Id="rId49" Target="../media/image52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21.png" Type="http://schemas.openxmlformats.org/officeDocument/2006/relationships/image"/><Relationship Id="rId13" Target="../media/image22.png" Type="http://schemas.openxmlformats.org/officeDocument/2006/relationships/image"/><Relationship Id="rId14" Target="../media/image23.png" Type="http://schemas.openxmlformats.org/officeDocument/2006/relationships/image"/><Relationship Id="rId15" Target="../media/image24.png" Type="http://schemas.openxmlformats.org/officeDocument/2006/relationships/image"/><Relationship Id="rId16" Target="../media/image25.png" Type="http://schemas.openxmlformats.org/officeDocument/2006/relationships/image"/><Relationship Id="rId17" Target="../media/image14.png" Type="http://schemas.openxmlformats.org/officeDocument/2006/relationships/image"/><Relationship Id="rId18" Target="../media/image15.png" Type="http://schemas.openxmlformats.org/officeDocument/2006/relationships/image"/><Relationship Id="rId19" Target="../media/image16.png" Type="http://schemas.openxmlformats.org/officeDocument/2006/relationships/image"/><Relationship Id="rId2" Target="../media/image1.png" Type="http://schemas.openxmlformats.org/officeDocument/2006/relationships/image"/><Relationship Id="rId20" Target="../media/image17.png" Type="http://schemas.openxmlformats.org/officeDocument/2006/relationships/image"/><Relationship Id="rId21" Target="../media/image18.png" Type="http://schemas.openxmlformats.org/officeDocument/2006/relationships/image"/><Relationship Id="rId22" Target="../media/image26.png" Type="http://schemas.openxmlformats.org/officeDocument/2006/relationships/image"/><Relationship Id="rId23" Target="../media/image20.png" Type="http://schemas.openxmlformats.org/officeDocument/2006/relationships/image"/><Relationship Id="rId24" Target="../media/image27.png" Type="http://schemas.openxmlformats.org/officeDocument/2006/relationships/image"/><Relationship Id="rId25" Target="../media/image53.png" Type="http://schemas.openxmlformats.org/officeDocument/2006/relationships/image"/><Relationship Id="rId26" Target="../media/image54.png" Type="http://schemas.openxmlformats.org/officeDocument/2006/relationships/image"/><Relationship Id="rId27" Target="../media/image55.png" Type="http://schemas.openxmlformats.org/officeDocument/2006/relationships/image"/><Relationship Id="rId28" Target="../media/image56.png" Type="http://schemas.openxmlformats.org/officeDocument/2006/relationships/image"/><Relationship Id="rId29" Target="../media/image57.png" Type="http://schemas.openxmlformats.org/officeDocument/2006/relationships/image"/><Relationship Id="rId3" Target="../media/image2.png" Type="http://schemas.openxmlformats.org/officeDocument/2006/relationships/image"/><Relationship Id="rId30" Target="../media/image58.png" Type="http://schemas.openxmlformats.org/officeDocument/2006/relationships/image"/><Relationship Id="rId31" Target="../media/image59.png" Type="http://schemas.openxmlformats.org/officeDocument/2006/relationships/image"/><Relationship Id="rId32" Target="../media/image60.png" Type="http://schemas.openxmlformats.org/officeDocument/2006/relationships/image"/><Relationship Id="rId33" Target="../media/image61.png" Type="http://schemas.openxmlformats.org/officeDocument/2006/relationships/image"/><Relationship Id="rId34" Target="../media/image62.png" Type="http://schemas.openxmlformats.org/officeDocument/2006/relationships/image"/><Relationship Id="rId35" Target="../media/image63.png" Type="http://schemas.openxmlformats.org/officeDocument/2006/relationships/image"/><Relationship Id="rId36" Target="../media/image64.png" Type="http://schemas.openxmlformats.org/officeDocument/2006/relationships/image"/><Relationship Id="rId37" Target="../media/image65.png" Type="http://schemas.openxmlformats.org/officeDocument/2006/relationships/image"/><Relationship Id="rId38" Target="../media/image66.png" Type="http://schemas.openxmlformats.org/officeDocument/2006/relationships/image"/><Relationship Id="rId39" Target="../media/image67.png" Type="http://schemas.openxmlformats.org/officeDocument/2006/relationships/image"/><Relationship Id="rId4" Target="../media/image3.png" Type="http://schemas.openxmlformats.org/officeDocument/2006/relationships/image"/><Relationship Id="rId40" Target="../media/image68.png" Type="http://schemas.openxmlformats.org/officeDocument/2006/relationships/image"/><Relationship Id="rId41" Target="../media/image69.png" Type="http://schemas.openxmlformats.org/officeDocument/2006/relationships/image"/><Relationship Id="rId42" Target="../media/image70.png" Type="http://schemas.openxmlformats.org/officeDocument/2006/relationships/image"/><Relationship Id="rId43" Target="../media/image71.png" Type="http://schemas.openxmlformats.org/officeDocument/2006/relationships/image"/><Relationship Id="rId44" Target="../media/image72.png" Type="http://schemas.openxmlformats.org/officeDocument/2006/relationships/image"/><Relationship Id="rId45" Target="../media/image73.png" Type="http://schemas.openxmlformats.org/officeDocument/2006/relationships/image"/><Relationship Id="rId46" Target="../media/image74.png" Type="http://schemas.openxmlformats.org/officeDocument/2006/relationships/image"/><Relationship Id="rId47" Target="../media/image75.png" Type="http://schemas.openxmlformats.org/officeDocument/2006/relationships/image"/><Relationship Id="rId48" Target="../media/image76.png" Type="http://schemas.openxmlformats.org/officeDocument/2006/relationships/image"/><Relationship Id="rId49" Target="../media/image77.png" Type="http://schemas.openxmlformats.org/officeDocument/2006/relationships/image"/><Relationship Id="rId5" Target="../media/image4.png" Type="http://schemas.openxmlformats.org/officeDocument/2006/relationships/image"/><Relationship Id="rId50" Target="../media/image78.png" Type="http://schemas.openxmlformats.org/officeDocument/2006/relationships/image"/><Relationship Id="rId51" Target="../media/image79.png" Type="http://schemas.openxmlformats.org/officeDocument/2006/relationships/image"/><Relationship Id="rId52" Target="../media/image80.png" Type="http://schemas.openxmlformats.org/officeDocument/2006/relationships/image"/><Relationship Id="rId53" Target="../media/image81.png" Type="http://schemas.openxmlformats.org/officeDocument/2006/relationships/image"/><Relationship Id="rId54" Target="../media/image82.png" Type="http://schemas.openxmlformats.org/officeDocument/2006/relationships/image"/><Relationship Id="rId55" Target="../media/image83.png" Type="http://schemas.openxmlformats.org/officeDocument/2006/relationships/image"/><Relationship Id="rId56" Target="../media/image84.png" Type="http://schemas.openxmlformats.org/officeDocument/2006/relationships/image"/><Relationship Id="rId57" Target="../media/image85.png" Type="http://schemas.openxmlformats.org/officeDocument/2006/relationships/image"/><Relationship Id="rId58" Target="../media/image86.png" Type="http://schemas.openxmlformats.org/officeDocument/2006/relationships/image"/><Relationship Id="rId59" Target="../media/image87.png" Type="http://schemas.openxmlformats.org/officeDocument/2006/relationships/image"/><Relationship Id="rId6" Target="../media/image5.png" Type="http://schemas.openxmlformats.org/officeDocument/2006/relationships/image"/><Relationship Id="rId60" Target="../media/image88.png" Type="http://schemas.openxmlformats.org/officeDocument/2006/relationships/image"/><Relationship Id="rId61" Target="../media/image89.png" Type="http://schemas.openxmlformats.org/officeDocument/2006/relationships/image"/><Relationship Id="rId62" Target="../media/image90.png" Type="http://schemas.openxmlformats.org/officeDocument/2006/relationships/image"/><Relationship Id="rId63" Target="../media/image91.png" Type="http://schemas.openxmlformats.org/officeDocument/2006/relationships/image"/><Relationship Id="rId64" Target="../media/image92.png" Type="http://schemas.openxmlformats.org/officeDocument/2006/relationships/image"/><Relationship Id="rId65" Target="../media/image93.png" Type="http://schemas.openxmlformats.org/officeDocument/2006/relationships/image"/><Relationship Id="rId66" Target="../media/image94.png" Type="http://schemas.openxmlformats.org/officeDocument/2006/relationships/image"/><Relationship Id="rId67" Target="../media/image33.png" Type="http://schemas.openxmlformats.org/officeDocument/2006/relationships/image"/><Relationship Id="rId68" Target="../media/image34.png" Type="http://schemas.openxmlformats.org/officeDocument/2006/relationships/image"/><Relationship Id="rId69" Target="../media/image95.png" Type="http://schemas.openxmlformats.org/officeDocument/2006/relationships/image"/><Relationship Id="rId7" Target="../media/image6.png" Type="http://schemas.openxmlformats.org/officeDocument/2006/relationships/image"/><Relationship Id="rId70" Target="../media/image96.png" Type="http://schemas.openxmlformats.org/officeDocument/2006/relationships/image"/><Relationship Id="rId71" Target="../media/image97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05100" y="38100"/>
            <a:ext cx="3111500" cy="1168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479800" y="330200"/>
            <a:ext cx="1549400" cy="584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721100" y="228600"/>
            <a:ext cx="1206500" cy="15240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848100" y="38100"/>
            <a:ext cx="6477000" cy="1168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461000" y="330200"/>
            <a:ext cx="3238500" cy="584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689600" y="114300"/>
            <a:ext cx="2984500" cy="12192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521700" y="38100"/>
            <a:ext cx="3111500" cy="1168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296400" y="330200"/>
            <a:ext cx="1549400" cy="584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486900" y="241300"/>
            <a:ext cx="1371600" cy="15240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33500" y="431800"/>
            <a:ext cx="330200" cy="330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968500" y="431800"/>
            <a:ext cx="330200" cy="330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590800" y="431800"/>
            <a:ext cx="330200" cy="330200"/>
          </a:xfrm>
          <a:prstGeom prst="rect">
            <a:avLst/>
          </a:prstGeom>
        </p:spPr>
      </p:pic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-6756400" y="-889000"/>
            <a:ext cx="32677100" cy="14376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333500" y="2628900"/>
            <a:ext cx="16344900" cy="71882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-5842000" y="-101600"/>
            <a:ext cx="30695900" cy="12649200"/>
          </a:xfrm>
          <a:prstGeom prst="rect">
            <a:avLst/>
          </a:prstGeom>
        </p:spPr>
      </p:pic>
      <p:grpSp>
        <p:nvGrpSpPr>
          <p:cNvPr name="Group 25" id="2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26" id="2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7" id="27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0477500" y="38100"/>
            <a:ext cx="3822700" cy="11684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1417300" y="330200"/>
            <a:ext cx="1905000" cy="5842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1544300" y="114300"/>
            <a:ext cx="1828800" cy="1219200"/>
          </a:xfrm>
          <a:prstGeom prst="rect">
            <a:avLst/>
          </a:prstGeom>
        </p:spPr>
      </p:pic>
      <p:grpSp>
        <p:nvGrpSpPr>
          <p:cNvPr name="Group 30" id="30"/>
          <p:cNvGrpSpPr/>
          <p:nvPr/>
        </p:nvGrpSpPr>
        <p:grpSpPr>
          <a:xfrm>
            <a:off x="2147483647" y="-2147483648"/>
            <a:ext cx="2147483647" cy="2147483647"/>
          </a:xfrm>
        </p:grpSpPr>
      </p:grpSp>
      <p:grpSp>
        <p:nvGrpSpPr>
          <p:cNvPr name="Group 31" id="31"/>
          <p:cNvGrpSpPr/>
          <p:nvPr/>
        </p:nvGrpSpPr>
        <p:grpSpPr>
          <a:xfrm>
            <a:off x="-2147483648" y="2147483647"/>
            <a:ext cx="2147483647" cy="95250000"/>
          </a:xfrm>
        </p:grpSpPr>
      </p:grpSp>
      <p:pic>
        <p:nvPicPr>
          <p:cNvPr name="Picture 32" id="32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5400000">
            <a:off x="-4699000" y="5257800"/>
            <a:ext cx="10922000" cy="12700"/>
          </a:xfrm>
          <a:prstGeom prst="rect">
            <a:avLst/>
          </a:prstGeom>
        </p:spPr>
      </p:pic>
      <p:pic>
        <p:nvPicPr>
          <p:cNvPr name="Picture 33" id="33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203200" y="-685800"/>
            <a:ext cx="647700" cy="11658600"/>
          </a:xfrm>
          <a:prstGeom prst="rect">
            <a:avLst/>
          </a:prstGeom>
        </p:spPr>
      </p:pic>
      <p:grpSp>
        <p:nvGrpSpPr>
          <p:cNvPr name="Group 34" id="3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5" id="35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2565400" y="1333500"/>
            <a:ext cx="6210300" cy="17526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333500" y="1219200"/>
            <a:ext cx="1333500" cy="1117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05100" y="38100"/>
            <a:ext cx="3111500" cy="1168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479800" y="330200"/>
            <a:ext cx="1549400" cy="584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721100" y="228600"/>
            <a:ext cx="1206500" cy="15240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848100" y="38100"/>
            <a:ext cx="6477000" cy="1168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461000" y="330200"/>
            <a:ext cx="3238500" cy="584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689600" y="114300"/>
            <a:ext cx="2984500" cy="12192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521700" y="38100"/>
            <a:ext cx="3111500" cy="1168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296400" y="330200"/>
            <a:ext cx="1549400" cy="584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486900" y="241300"/>
            <a:ext cx="1371600" cy="15240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33500" y="431800"/>
            <a:ext cx="330200" cy="330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968500" y="431800"/>
            <a:ext cx="330200" cy="330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590800" y="431800"/>
            <a:ext cx="330200" cy="330200"/>
          </a:xfrm>
          <a:prstGeom prst="rect">
            <a:avLst/>
          </a:prstGeom>
        </p:spPr>
      </p:pic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-3581400" y="-1028700"/>
            <a:ext cx="20434300" cy="14376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447800" y="2489200"/>
            <a:ext cx="10210800" cy="7188200"/>
          </a:xfrm>
          <a:prstGeom prst="rect">
            <a:avLst/>
          </a:prstGeom>
        </p:spPr>
      </p:pic>
      <p:grpSp>
        <p:nvGrpSpPr>
          <p:cNvPr name="Group 24" id="2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5" id="2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9245600" y="-1041400"/>
            <a:ext cx="11468100" cy="143764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2052300" y="2489200"/>
            <a:ext cx="5740400" cy="71882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6324600" y="1282700"/>
            <a:ext cx="11341100" cy="977900"/>
          </a:xfrm>
          <a:prstGeom prst="rect">
            <a:avLst/>
          </a:prstGeom>
        </p:spPr>
      </p:pic>
      <p:grpSp>
        <p:nvGrpSpPr>
          <p:cNvPr name="Group 28" id="2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29" id="2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0" id="30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0477500" y="38100"/>
            <a:ext cx="3822700" cy="11684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1417300" y="330200"/>
            <a:ext cx="1905000" cy="5842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1544300" y="114300"/>
            <a:ext cx="1828800" cy="1219200"/>
          </a:xfrm>
          <a:prstGeom prst="rect">
            <a:avLst/>
          </a:prstGeom>
        </p:spPr>
      </p:pic>
      <p:grpSp>
        <p:nvGrpSpPr>
          <p:cNvPr name="Group 33" id="33"/>
          <p:cNvGrpSpPr/>
          <p:nvPr/>
        </p:nvGrpSpPr>
        <p:grpSpPr>
          <a:xfrm>
            <a:off x="2147483647" y="-2147483648"/>
            <a:ext cx="2147483647" cy="2147483647"/>
          </a:xfrm>
        </p:grpSpPr>
      </p:grpSp>
      <p:grpSp>
        <p:nvGrpSpPr>
          <p:cNvPr name="Group 34" id="34"/>
          <p:cNvGrpSpPr/>
          <p:nvPr/>
        </p:nvGrpSpPr>
        <p:grpSpPr>
          <a:xfrm>
            <a:off x="-2147483648" y="2147483647"/>
            <a:ext cx="2147483647" cy="95250000"/>
          </a:xfrm>
        </p:grpSpPr>
      </p:grpSp>
      <p:pic>
        <p:nvPicPr>
          <p:cNvPr name="Picture 35" id="35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5400000">
            <a:off x="-4699000" y="5257800"/>
            <a:ext cx="10922000" cy="127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203200" y="-685800"/>
            <a:ext cx="647700" cy="11658600"/>
          </a:xfrm>
          <a:prstGeom prst="rect">
            <a:avLst/>
          </a:prstGeom>
        </p:spPr>
      </p:pic>
      <p:grpSp>
        <p:nvGrpSpPr>
          <p:cNvPr name="Group 37" id="3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8" id="38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2578100" y="1371600"/>
            <a:ext cx="3810000" cy="15621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333500" y="1219200"/>
            <a:ext cx="1333500" cy="11176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6642100" y="1320800"/>
            <a:ext cx="10502900" cy="10541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879600" y="3136900"/>
            <a:ext cx="1803400" cy="61722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3683000" y="3136900"/>
            <a:ext cx="7366000" cy="5334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3683000" y="8483600"/>
            <a:ext cx="7366000" cy="825500"/>
          </a:xfrm>
          <a:prstGeom prst="rect">
            <a:avLst/>
          </a:prstGeom>
        </p:spPr>
      </p:pic>
      <p:grpSp>
        <p:nvGrpSpPr>
          <p:cNvPr name="Group 44" id="44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45" id="4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892300" y="5270500"/>
            <a:ext cx="1765300" cy="12700"/>
          </a:xfrm>
          <a:prstGeom prst="rect">
            <a:avLst/>
          </a:prstGeom>
        </p:spPr>
      </p:pic>
      <p:grpSp>
        <p:nvGrpSpPr>
          <p:cNvPr name="Group 46" id="46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47" id="47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892300" y="5905500"/>
            <a:ext cx="1765300" cy="12700"/>
          </a:xfrm>
          <a:prstGeom prst="rect">
            <a:avLst/>
          </a:prstGeom>
        </p:spPr>
      </p:pic>
      <p:grpSp>
        <p:nvGrpSpPr>
          <p:cNvPr name="Group 48" id="48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49" id="49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892300" y="6553200"/>
            <a:ext cx="1765300" cy="12700"/>
          </a:xfrm>
          <a:prstGeom prst="rect">
            <a:avLst/>
          </a:prstGeom>
        </p:spPr>
      </p:pic>
      <p:grpSp>
        <p:nvGrpSpPr>
          <p:cNvPr name="Group 50" id="50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51" id="51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905000" y="7188200"/>
            <a:ext cx="1765300" cy="12700"/>
          </a:xfrm>
          <a:prstGeom prst="rect">
            <a:avLst/>
          </a:prstGeom>
        </p:spPr>
      </p:pic>
      <p:grpSp>
        <p:nvGrpSpPr>
          <p:cNvPr name="Group 52" id="52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53" id="53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905000" y="7835900"/>
            <a:ext cx="1765300" cy="12700"/>
          </a:xfrm>
          <a:prstGeom prst="rect">
            <a:avLst/>
          </a:prstGeom>
        </p:spPr>
      </p:pic>
      <p:grpSp>
        <p:nvGrpSpPr>
          <p:cNvPr name="Group 54" id="54"/>
          <p:cNvGrpSpPr/>
          <p:nvPr/>
        </p:nvGrpSpPr>
        <p:grpSpPr>
          <a:xfrm>
            <a:off x="2147483647" y="2147483647"/>
            <a:ext cx="2147483647" cy="190500000"/>
          </a:xfrm>
        </p:grpSpPr>
      </p:grpSp>
      <p:pic>
        <p:nvPicPr>
          <p:cNvPr name="Picture 55" id="5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879600" y="4635500"/>
            <a:ext cx="1765300" cy="12700"/>
          </a:xfrm>
          <a:prstGeom prst="rect">
            <a:avLst/>
          </a:prstGeom>
        </p:spPr>
      </p:pic>
      <p:pic>
        <p:nvPicPr>
          <p:cNvPr name="Picture 56" id="56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3683000" y="3644900"/>
            <a:ext cx="7366000" cy="977900"/>
          </a:xfrm>
          <a:prstGeom prst="rect">
            <a:avLst/>
          </a:prstGeom>
        </p:spPr>
      </p:pic>
      <p:grpSp>
        <p:nvGrpSpPr>
          <p:cNvPr name="Group 57" id="5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8" id="58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8877300" y="3797300"/>
            <a:ext cx="2057400" cy="711200"/>
          </a:xfrm>
          <a:prstGeom prst="rect">
            <a:avLst/>
          </a:prstGeom>
        </p:spPr>
      </p:pic>
      <p:grpSp>
        <p:nvGrpSpPr>
          <p:cNvPr name="Group 59" id="5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0" id="60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2146300" y="3213100"/>
            <a:ext cx="1257300" cy="1320800"/>
          </a:xfrm>
          <a:prstGeom prst="rect">
            <a:avLst/>
          </a:prstGeom>
        </p:spPr>
      </p:pic>
      <p:pic>
        <p:nvPicPr>
          <p:cNvPr name="Picture 61" id="61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968500" y="4673600"/>
            <a:ext cx="1803400" cy="3251200"/>
          </a:xfrm>
          <a:prstGeom prst="rect">
            <a:avLst/>
          </a:prstGeom>
        </p:spPr>
      </p:pic>
      <p:pic>
        <p:nvPicPr>
          <p:cNvPr name="Picture 62" id="62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3810000" y="8661400"/>
            <a:ext cx="4140200" cy="533400"/>
          </a:xfrm>
          <a:prstGeom prst="rect">
            <a:avLst/>
          </a:prstGeom>
        </p:spPr>
      </p:pic>
      <p:pic>
        <p:nvPicPr>
          <p:cNvPr name="Picture 63" id="63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12217400" y="3492500"/>
            <a:ext cx="5473700" cy="4927600"/>
          </a:xfrm>
          <a:prstGeom prst="rect">
            <a:avLst/>
          </a:prstGeom>
        </p:spPr>
      </p:pic>
      <p:grpSp>
        <p:nvGrpSpPr>
          <p:cNvPr name="Group 64" id="6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5" id="65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1485900" y="4572000"/>
            <a:ext cx="482600" cy="482600"/>
          </a:xfrm>
          <a:prstGeom prst="rect">
            <a:avLst/>
          </a:prstGeom>
        </p:spPr>
      </p:pic>
      <p:pic>
        <p:nvPicPr>
          <p:cNvPr name="Picture 66" id="66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1485900" y="4546600"/>
            <a:ext cx="736600" cy="749300"/>
          </a:xfrm>
          <a:prstGeom prst="rect">
            <a:avLst/>
          </a:prstGeom>
        </p:spPr>
      </p:pic>
      <p:grpSp>
        <p:nvGrpSpPr>
          <p:cNvPr name="Group 67" id="6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8" id="68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1485900" y="5257800"/>
            <a:ext cx="482600" cy="482600"/>
          </a:xfrm>
          <a:prstGeom prst="rect">
            <a:avLst/>
          </a:prstGeom>
        </p:spPr>
      </p:pic>
      <p:pic>
        <p:nvPicPr>
          <p:cNvPr name="Picture 69" id="69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1485900" y="5232400"/>
            <a:ext cx="749300" cy="762000"/>
          </a:xfrm>
          <a:prstGeom prst="rect">
            <a:avLst/>
          </a:prstGeom>
        </p:spPr>
      </p:pic>
      <p:grpSp>
        <p:nvGrpSpPr>
          <p:cNvPr name="Group 70" id="7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1" id="71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1485900" y="5956300"/>
            <a:ext cx="482600" cy="482600"/>
          </a:xfrm>
          <a:prstGeom prst="rect">
            <a:avLst/>
          </a:prstGeom>
        </p:spPr>
      </p:pic>
      <p:pic>
        <p:nvPicPr>
          <p:cNvPr name="Picture 72" id="72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1485900" y="5930900"/>
            <a:ext cx="711200" cy="774700"/>
          </a:xfrm>
          <a:prstGeom prst="rect">
            <a:avLst/>
          </a:prstGeom>
        </p:spPr>
      </p:pic>
      <p:grpSp>
        <p:nvGrpSpPr>
          <p:cNvPr name="Group 73" id="7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4" id="74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1485900" y="6654800"/>
            <a:ext cx="482600" cy="482600"/>
          </a:xfrm>
          <a:prstGeom prst="rect">
            <a:avLst/>
          </a:prstGeom>
        </p:spPr>
      </p:pic>
      <p:pic>
        <p:nvPicPr>
          <p:cNvPr name="Picture 75" id="75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1498600" y="6642100"/>
            <a:ext cx="685800" cy="1320800"/>
          </a:xfrm>
          <a:prstGeom prst="rect">
            <a:avLst/>
          </a:prstGeom>
        </p:spPr>
      </p:pic>
      <p:grpSp>
        <p:nvGrpSpPr>
          <p:cNvPr name="Group 76" id="7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7" id="77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1485900" y="7353300"/>
            <a:ext cx="482600" cy="482600"/>
          </a:xfrm>
          <a:prstGeom prst="rect">
            <a:avLst/>
          </a:prstGeom>
        </p:spPr>
      </p:pic>
      <p:pic>
        <p:nvPicPr>
          <p:cNvPr name="Picture 78" id="78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1485900" y="7327900"/>
            <a:ext cx="749300" cy="749300"/>
          </a:xfrm>
          <a:prstGeom prst="rect">
            <a:avLst/>
          </a:prstGeom>
        </p:spPr>
      </p:pic>
      <p:grpSp>
        <p:nvGrpSpPr>
          <p:cNvPr name="Group 79" id="7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0" id="80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6718300" y="2794000"/>
            <a:ext cx="482600" cy="482600"/>
          </a:xfrm>
          <a:prstGeom prst="rect">
            <a:avLst/>
          </a:prstGeom>
        </p:spPr>
      </p:pic>
      <p:pic>
        <p:nvPicPr>
          <p:cNvPr name="Picture 81" id="81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6718300" y="2768600"/>
            <a:ext cx="711200" cy="762000"/>
          </a:xfrm>
          <a:prstGeom prst="rect">
            <a:avLst/>
          </a:prstGeom>
        </p:spPr>
      </p:pic>
      <p:grpSp>
        <p:nvGrpSpPr>
          <p:cNvPr name="Group 82" id="8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3" id="83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8699500" y="2794000"/>
            <a:ext cx="482600" cy="482600"/>
          </a:xfrm>
          <a:prstGeom prst="rect">
            <a:avLst/>
          </a:prstGeom>
        </p:spPr>
      </p:pic>
      <p:pic>
        <p:nvPicPr>
          <p:cNvPr name="Picture 84" id="84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8699500" y="2781300"/>
            <a:ext cx="685800" cy="1320800"/>
          </a:xfrm>
          <a:prstGeom prst="rect">
            <a:avLst/>
          </a:prstGeom>
        </p:spPr>
      </p:pic>
      <p:grpSp>
        <p:nvGrpSpPr>
          <p:cNvPr name="Group 85" id="8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6" id="86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9956800" y="2794000"/>
            <a:ext cx="482600" cy="482600"/>
          </a:xfrm>
          <a:prstGeom prst="rect">
            <a:avLst/>
          </a:prstGeom>
        </p:spPr>
      </p:pic>
      <p:pic>
        <p:nvPicPr>
          <p:cNvPr name="Picture 87" id="87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9956800" y="2768600"/>
            <a:ext cx="711200" cy="762000"/>
          </a:xfrm>
          <a:prstGeom prst="rect">
            <a:avLst/>
          </a:prstGeom>
        </p:spPr>
      </p:pic>
      <p:grpSp>
        <p:nvGrpSpPr>
          <p:cNvPr name="Group 88" id="8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9" id="89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3365500" y="8331200"/>
            <a:ext cx="482600" cy="482600"/>
          </a:xfrm>
          <a:prstGeom prst="rect">
            <a:avLst/>
          </a:prstGeom>
        </p:spPr>
      </p:pic>
      <p:pic>
        <p:nvPicPr>
          <p:cNvPr name="Picture 90" id="90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3251200" y="8305800"/>
            <a:ext cx="977900" cy="762000"/>
          </a:xfrm>
          <a:prstGeom prst="rect">
            <a:avLst/>
          </a:prstGeom>
        </p:spPr>
      </p:pic>
      <p:grpSp>
        <p:nvGrpSpPr>
          <p:cNvPr name="Group 91" id="9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2" id="92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12433300" y="2819400"/>
            <a:ext cx="2679700" cy="584200"/>
          </a:xfrm>
          <a:prstGeom prst="rect">
            <a:avLst/>
          </a:prstGeom>
        </p:spPr>
      </p:pic>
      <p:pic>
        <p:nvPicPr>
          <p:cNvPr name="Picture 93" id="93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12674600" y="2628900"/>
            <a:ext cx="2489200" cy="1117600"/>
          </a:xfrm>
          <a:prstGeom prst="rect">
            <a:avLst/>
          </a:prstGeom>
        </p:spPr>
      </p:pic>
      <p:grpSp>
        <p:nvGrpSpPr>
          <p:cNvPr name="Group 94" id="9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5" id="95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8902700" y="3670300"/>
            <a:ext cx="482600" cy="482600"/>
          </a:xfrm>
          <a:prstGeom prst="rect">
            <a:avLst/>
          </a:prstGeom>
        </p:spPr>
      </p:pic>
      <p:pic>
        <p:nvPicPr>
          <p:cNvPr name="Picture 96" id="96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8902700" y="3644900"/>
            <a:ext cx="711200" cy="762000"/>
          </a:xfrm>
          <a:prstGeom prst="rect">
            <a:avLst/>
          </a:prstGeom>
        </p:spPr>
      </p:pic>
      <p:grpSp>
        <p:nvGrpSpPr>
          <p:cNvPr name="Group 97" id="9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8" id="98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1663700" y="2971800"/>
            <a:ext cx="482600" cy="482600"/>
          </a:xfrm>
          <a:prstGeom prst="rect">
            <a:avLst/>
          </a:prstGeom>
        </p:spPr>
      </p:pic>
      <p:pic>
        <p:nvPicPr>
          <p:cNvPr name="Picture 99" id="99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1663700" y="2946400"/>
            <a:ext cx="711200" cy="762000"/>
          </a:xfrm>
          <a:prstGeom prst="rect">
            <a:avLst/>
          </a:prstGeom>
        </p:spPr>
      </p:pic>
      <p:grpSp>
        <p:nvGrpSpPr>
          <p:cNvPr name="Group 100" id="10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1" id="101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10299700" y="3162300"/>
            <a:ext cx="482600" cy="482600"/>
          </a:xfrm>
          <a:prstGeom prst="rect">
            <a:avLst/>
          </a:prstGeom>
        </p:spPr>
      </p:pic>
      <p:pic>
        <p:nvPicPr>
          <p:cNvPr name="Picture 102" id="102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7162800" y="3111500"/>
            <a:ext cx="3390900" cy="698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05100" y="38100"/>
            <a:ext cx="3111500" cy="1168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479800" y="330200"/>
            <a:ext cx="1549400" cy="584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721100" y="228600"/>
            <a:ext cx="1206500" cy="15240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848100" y="38100"/>
            <a:ext cx="6477000" cy="1168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461000" y="330200"/>
            <a:ext cx="3238500" cy="584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689600" y="114300"/>
            <a:ext cx="2984500" cy="12192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521700" y="38100"/>
            <a:ext cx="3111500" cy="1168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9296400" y="330200"/>
            <a:ext cx="1549400" cy="5842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486900" y="241300"/>
            <a:ext cx="1371600" cy="15240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33500" y="431800"/>
            <a:ext cx="330200" cy="3302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968500" y="431800"/>
            <a:ext cx="330200" cy="3302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590800" y="431800"/>
            <a:ext cx="330200" cy="330200"/>
          </a:xfrm>
          <a:prstGeom prst="rect">
            <a:avLst/>
          </a:prstGeom>
        </p:spPr>
      </p:pic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-3619500" y="-939800"/>
            <a:ext cx="20434300" cy="14376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409700" y="2578100"/>
            <a:ext cx="10210800" cy="7188200"/>
          </a:xfrm>
          <a:prstGeom prst="rect">
            <a:avLst/>
          </a:prstGeom>
        </p:spPr>
      </p:pic>
      <p:grpSp>
        <p:nvGrpSpPr>
          <p:cNvPr name="Group 24" id="2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5" id="2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9207500" y="-901700"/>
            <a:ext cx="11468100" cy="143764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2014200" y="2628900"/>
            <a:ext cx="5740400" cy="71882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6324600" y="1282700"/>
            <a:ext cx="11341100" cy="977900"/>
          </a:xfrm>
          <a:prstGeom prst="rect">
            <a:avLst/>
          </a:prstGeom>
        </p:spPr>
      </p:pic>
      <p:grpSp>
        <p:nvGrpSpPr>
          <p:cNvPr name="Group 28" id="2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29" id="2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0" id="30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0477500" y="38100"/>
            <a:ext cx="3822700" cy="11684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1417300" y="330200"/>
            <a:ext cx="1905000" cy="584200"/>
          </a:xfrm>
          <a:prstGeom prst="rect">
            <a:avLst/>
          </a:prstGeom>
        </p:spPr>
      </p:pic>
      <p:pic>
        <p:nvPicPr>
          <p:cNvPr name="Picture 32" id="32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1544300" y="114300"/>
            <a:ext cx="1828800" cy="1219200"/>
          </a:xfrm>
          <a:prstGeom prst="rect">
            <a:avLst/>
          </a:prstGeom>
        </p:spPr>
      </p:pic>
      <p:grpSp>
        <p:nvGrpSpPr>
          <p:cNvPr name="Group 33" id="33"/>
          <p:cNvGrpSpPr/>
          <p:nvPr/>
        </p:nvGrpSpPr>
        <p:grpSpPr>
          <a:xfrm>
            <a:off x="2147483647" y="-2147483648"/>
            <a:ext cx="2147483647" cy="2147483647"/>
          </a:xfrm>
        </p:grpSpPr>
      </p:grpSp>
      <p:grpSp>
        <p:nvGrpSpPr>
          <p:cNvPr name="Group 34" id="34"/>
          <p:cNvGrpSpPr/>
          <p:nvPr/>
        </p:nvGrpSpPr>
        <p:grpSpPr>
          <a:xfrm>
            <a:off x="-2147483648" y="2147483647"/>
            <a:ext cx="2147483647" cy="95250000"/>
          </a:xfrm>
        </p:grpSpPr>
      </p:grpSp>
      <p:pic>
        <p:nvPicPr>
          <p:cNvPr name="Picture 35" id="35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5400000">
            <a:off x="-4699000" y="5257800"/>
            <a:ext cx="10922000" cy="127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203200" y="-685800"/>
            <a:ext cx="647700" cy="11658600"/>
          </a:xfrm>
          <a:prstGeom prst="rect">
            <a:avLst/>
          </a:prstGeom>
        </p:spPr>
      </p:pic>
      <p:grpSp>
        <p:nvGrpSpPr>
          <p:cNvPr name="Group 37" id="3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8" id="38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2578100" y="1371600"/>
            <a:ext cx="3810000" cy="15621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333500" y="1219200"/>
            <a:ext cx="1333500" cy="11176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6642100" y="1320800"/>
            <a:ext cx="10502900" cy="10541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574800" y="2781300"/>
            <a:ext cx="635000" cy="21590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2209800" y="2781300"/>
            <a:ext cx="2578100" cy="1905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2209800" y="4660900"/>
            <a:ext cx="2578100" cy="292100"/>
          </a:xfrm>
          <a:prstGeom prst="rect">
            <a:avLst/>
          </a:prstGeom>
        </p:spPr>
      </p:pic>
      <p:grpSp>
        <p:nvGrpSpPr>
          <p:cNvPr name="Group 44" id="44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45" id="4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87500" y="3530600"/>
            <a:ext cx="622300" cy="0"/>
          </a:xfrm>
          <a:prstGeom prst="rect">
            <a:avLst/>
          </a:prstGeom>
        </p:spPr>
      </p:pic>
      <p:grpSp>
        <p:nvGrpSpPr>
          <p:cNvPr name="Group 46" id="46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47" id="47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87500" y="3759200"/>
            <a:ext cx="622300" cy="0"/>
          </a:xfrm>
          <a:prstGeom prst="rect">
            <a:avLst/>
          </a:prstGeom>
        </p:spPr>
      </p:pic>
      <p:grpSp>
        <p:nvGrpSpPr>
          <p:cNvPr name="Group 48" id="48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49" id="49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87500" y="3975100"/>
            <a:ext cx="622300" cy="0"/>
          </a:xfrm>
          <a:prstGeom prst="rect">
            <a:avLst/>
          </a:prstGeom>
        </p:spPr>
      </p:pic>
      <p:grpSp>
        <p:nvGrpSpPr>
          <p:cNvPr name="Group 50" id="50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51" id="51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87500" y="4203700"/>
            <a:ext cx="622300" cy="0"/>
          </a:xfrm>
          <a:prstGeom prst="rect">
            <a:avLst/>
          </a:prstGeom>
        </p:spPr>
      </p:pic>
      <p:grpSp>
        <p:nvGrpSpPr>
          <p:cNvPr name="Group 52" id="52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53" id="53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87500" y="4432300"/>
            <a:ext cx="622300" cy="0"/>
          </a:xfrm>
          <a:prstGeom prst="rect">
            <a:avLst/>
          </a:prstGeom>
        </p:spPr>
      </p:pic>
      <p:grpSp>
        <p:nvGrpSpPr>
          <p:cNvPr name="Group 54" id="54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55" id="5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74800" y="3302000"/>
            <a:ext cx="622300" cy="0"/>
          </a:xfrm>
          <a:prstGeom prst="rect">
            <a:avLst/>
          </a:prstGeom>
        </p:spPr>
      </p:pic>
      <p:pic>
        <p:nvPicPr>
          <p:cNvPr name="Picture 56" id="56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2209800" y="2959100"/>
            <a:ext cx="2578100" cy="342900"/>
          </a:xfrm>
          <a:prstGeom prst="rect">
            <a:avLst/>
          </a:prstGeom>
        </p:spPr>
      </p:pic>
      <p:pic>
        <p:nvPicPr>
          <p:cNvPr name="Picture 57" id="57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612900" y="3340100"/>
            <a:ext cx="622300" cy="1244600"/>
          </a:xfrm>
          <a:prstGeom prst="rect">
            <a:avLst/>
          </a:prstGeom>
        </p:spPr>
      </p:pic>
      <p:pic>
        <p:nvPicPr>
          <p:cNvPr name="Picture 58" id="58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4533900" y="2794000"/>
            <a:ext cx="165100" cy="165100"/>
          </a:xfrm>
          <a:prstGeom prst="rect">
            <a:avLst/>
          </a:prstGeom>
        </p:spPr>
      </p:pic>
      <p:pic>
        <p:nvPicPr>
          <p:cNvPr name="Picture 59" id="59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3441700" y="2794000"/>
            <a:ext cx="1168400" cy="355600"/>
          </a:xfrm>
          <a:prstGeom prst="rect">
            <a:avLst/>
          </a:prstGeom>
        </p:spPr>
      </p:pic>
      <p:pic>
        <p:nvPicPr>
          <p:cNvPr name="Picture 60" id="60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2260600" y="4737100"/>
            <a:ext cx="1435100" cy="266700"/>
          </a:xfrm>
          <a:prstGeom prst="rect">
            <a:avLst/>
          </a:prstGeom>
        </p:spPr>
      </p:pic>
      <p:pic>
        <p:nvPicPr>
          <p:cNvPr name="Picture 61" id="61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1574800" y="5067300"/>
            <a:ext cx="635000" cy="2159000"/>
          </a:xfrm>
          <a:prstGeom prst="rect">
            <a:avLst/>
          </a:prstGeom>
        </p:spPr>
      </p:pic>
      <p:pic>
        <p:nvPicPr>
          <p:cNvPr name="Picture 62" id="62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2209800" y="5067300"/>
            <a:ext cx="2578100" cy="190500"/>
          </a:xfrm>
          <a:prstGeom prst="rect">
            <a:avLst/>
          </a:prstGeom>
        </p:spPr>
      </p:pic>
      <p:pic>
        <p:nvPicPr>
          <p:cNvPr name="Picture 63" id="63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2209800" y="6946900"/>
            <a:ext cx="2578100" cy="292100"/>
          </a:xfrm>
          <a:prstGeom prst="rect">
            <a:avLst/>
          </a:prstGeom>
        </p:spPr>
      </p:pic>
      <p:grpSp>
        <p:nvGrpSpPr>
          <p:cNvPr name="Group 64" id="64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65" id="6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74800" y="5816600"/>
            <a:ext cx="622300" cy="0"/>
          </a:xfrm>
          <a:prstGeom prst="rect">
            <a:avLst/>
          </a:prstGeom>
        </p:spPr>
      </p:pic>
      <p:grpSp>
        <p:nvGrpSpPr>
          <p:cNvPr name="Group 66" id="66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67" id="67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87500" y="6045200"/>
            <a:ext cx="622300" cy="0"/>
          </a:xfrm>
          <a:prstGeom prst="rect">
            <a:avLst/>
          </a:prstGeom>
        </p:spPr>
      </p:pic>
      <p:grpSp>
        <p:nvGrpSpPr>
          <p:cNvPr name="Group 68" id="68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69" id="69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74800" y="6273800"/>
            <a:ext cx="622300" cy="0"/>
          </a:xfrm>
          <a:prstGeom prst="rect">
            <a:avLst/>
          </a:prstGeom>
        </p:spPr>
      </p:pic>
      <p:grpSp>
        <p:nvGrpSpPr>
          <p:cNvPr name="Group 70" id="70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71" id="71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87500" y="6489700"/>
            <a:ext cx="622300" cy="0"/>
          </a:xfrm>
          <a:prstGeom prst="rect">
            <a:avLst/>
          </a:prstGeom>
        </p:spPr>
      </p:pic>
      <p:grpSp>
        <p:nvGrpSpPr>
          <p:cNvPr name="Group 72" id="72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73" id="73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87500" y="6718300"/>
            <a:ext cx="622300" cy="0"/>
          </a:xfrm>
          <a:prstGeom prst="rect">
            <a:avLst/>
          </a:prstGeom>
        </p:spPr>
      </p:pic>
      <p:grpSp>
        <p:nvGrpSpPr>
          <p:cNvPr name="Group 74" id="74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75" id="7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74800" y="5600700"/>
            <a:ext cx="622300" cy="0"/>
          </a:xfrm>
          <a:prstGeom prst="rect">
            <a:avLst/>
          </a:prstGeom>
        </p:spPr>
      </p:pic>
      <p:pic>
        <p:nvPicPr>
          <p:cNvPr name="Picture 76" id="76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2209800" y="5245100"/>
            <a:ext cx="2578100" cy="342900"/>
          </a:xfrm>
          <a:prstGeom prst="rect">
            <a:avLst/>
          </a:prstGeom>
        </p:spPr>
      </p:pic>
      <p:pic>
        <p:nvPicPr>
          <p:cNvPr name="Picture 77" id="77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612900" y="5626100"/>
            <a:ext cx="622300" cy="1244600"/>
          </a:xfrm>
          <a:prstGeom prst="rect">
            <a:avLst/>
          </a:prstGeom>
        </p:spPr>
      </p:pic>
      <p:pic>
        <p:nvPicPr>
          <p:cNvPr name="Picture 78" id="78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4521200" y="5080000"/>
            <a:ext cx="165100" cy="165100"/>
          </a:xfrm>
          <a:prstGeom prst="rect">
            <a:avLst/>
          </a:prstGeom>
        </p:spPr>
      </p:pic>
      <p:pic>
        <p:nvPicPr>
          <p:cNvPr name="Picture 79" id="79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3429000" y="5080000"/>
            <a:ext cx="1168400" cy="355600"/>
          </a:xfrm>
          <a:prstGeom prst="rect">
            <a:avLst/>
          </a:prstGeom>
        </p:spPr>
      </p:pic>
      <p:pic>
        <p:nvPicPr>
          <p:cNvPr name="Picture 80" id="80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2260600" y="7023100"/>
            <a:ext cx="1435100" cy="266700"/>
          </a:xfrm>
          <a:prstGeom prst="rect">
            <a:avLst/>
          </a:prstGeom>
        </p:spPr>
      </p:pic>
      <p:pic>
        <p:nvPicPr>
          <p:cNvPr name="Picture 81" id="81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1574800" y="7404100"/>
            <a:ext cx="635000" cy="2159000"/>
          </a:xfrm>
          <a:prstGeom prst="rect">
            <a:avLst/>
          </a:prstGeom>
        </p:spPr>
      </p:pic>
      <p:pic>
        <p:nvPicPr>
          <p:cNvPr name="Picture 82" id="82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2209800" y="7404100"/>
            <a:ext cx="2578100" cy="190500"/>
          </a:xfrm>
          <a:prstGeom prst="rect">
            <a:avLst/>
          </a:prstGeom>
        </p:spPr>
      </p:pic>
      <p:pic>
        <p:nvPicPr>
          <p:cNvPr name="Picture 83" id="83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2209800" y="9271000"/>
            <a:ext cx="2578100" cy="292100"/>
          </a:xfrm>
          <a:prstGeom prst="rect">
            <a:avLst/>
          </a:prstGeom>
        </p:spPr>
      </p:pic>
      <p:grpSp>
        <p:nvGrpSpPr>
          <p:cNvPr name="Group 84" id="84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85" id="8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74800" y="8153400"/>
            <a:ext cx="622300" cy="0"/>
          </a:xfrm>
          <a:prstGeom prst="rect">
            <a:avLst/>
          </a:prstGeom>
        </p:spPr>
      </p:pic>
      <p:grpSp>
        <p:nvGrpSpPr>
          <p:cNvPr name="Group 86" id="86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87" id="87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87500" y="8369300"/>
            <a:ext cx="622300" cy="0"/>
          </a:xfrm>
          <a:prstGeom prst="rect">
            <a:avLst/>
          </a:prstGeom>
        </p:spPr>
      </p:pic>
      <p:grpSp>
        <p:nvGrpSpPr>
          <p:cNvPr name="Group 88" id="88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89" id="89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74800" y="8597900"/>
            <a:ext cx="622300" cy="0"/>
          </a:xfrm>
          <a:prstGeom prst="rect">
            <a:avLst/>
          </a:prstGeom>
        </p:spPr>
      </p:pic>
      <p:grpSp>
        <p:nvGrpSpPr>
          <p:cNvPr name="Group 90" id="90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91" id="91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87500" y="8826500"/>
            <a:ext cx="622300" cy="0"/>
          </a:xfrm>
          <a:prstGeom prst="rect">
            <a:avLst/>
          </a:prstGeom>
        </p:spPr>
      </p:pic>
      <p:grpSp>
        <p:nvGrpSpPr>
          <p:cNvPr name="Group 92" id="92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93" id="93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87500" y="9042400"/>
            <a:ext cx="622300" cy="0"/>
          </a:xfrm>
          <a:prstGeom prst="rect">
            <a:avLst/>
          </a:prstGeom>
        </p:spPr>
      </p:pic>
      <p:grpSp>
        <p:nvGrpSpPr>
          <p:cNvPr name="Group 94" id="94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95" id="9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74800" y="7924800"/>
            <a:ext cx="622300" cy="0"/>
          </a:xfrm>
          <a:prstGeom prst="rect">
            <a:avLst/>
          </a:prstGeom>
        </p:spPr>
      </p:pic>
      <p:pic>
        <p:nvPicPr>
          <p:cNvPr name="Picture 96" id="96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2209800" y="7581900"/>
            <a:ext cx="2578100" cy="342900"/>
          </a:xfrm>
          <a:prstGeom prst="rect">
            <a:avLst/>
          </a:prstGeom>
        </p:spPr>
      </p:pic>
      <p:pic>
        <p:nvPicPr>
          <p:cNvPr name="Picture 97" id="97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1612900" y="7962900"/>
            <a:ext cx="622300" cy="1244600"/>
          </a:xfrm>
          <a:prstGeom prst="rect">
            <a:avLst/>
          </a:prstGeom>
        </p:spPr>
      </p:pic>
      <p:pic>
        <p:nvPicPr>
          <p:cNvPr name="Picture 98" id="98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4521200" y="7416800"/>
            <a:ext cx="165100" cy="165100"/>
          </a:xfrm>
          <a:prstGeom prst="rect">
            <a:avLst/>
          </a:prstGeom>
        </p:spPr>
      </p:pic>
      <p:pic>
        <p:nvPicPr>
          <p:cNvPr name="Picture 99" id="99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3429000" y="7404100"/>
            <a:ext cx="1168400" cy="355600"/>
          </a:xfrm>
          <a:prstGeom prst="rect">
            <a:avLst/>
          </a:prstGeom>
        </p:spPr>
      </p:pic>
      <p:pic>
        <p:nvPicPr>
          <p:cNvPr name="Picture 100" id="100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2260600" y="9347200"/>
            <a:ext cx="1435100" cy="266700"/>
          </a:xfrm>
          <a:prstGeom prst="rect">
            <a:avLst/>
          </a:prstGeom>
        </p:spPr>
      </p:pic>
      <p:pic>
        <p:nvPicPr>
          <p:cNvPr name="Picture 101" id="101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 rot="0">
            <a:off x="4889500" y="2781300"/>
            <a:ext cx="635000" cy="2159000"/>
          </a:xfrm>
          <a:prstGeom prst="rect">
            <a:avLst/>
          </a:prstGeom>
        </p:spPr>
      </p:pic>
      <p:pic>
        <p:nvPicPr>
          <p:cNvPr name="Picture 102" id="102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 rot="0">
            <a:off x="5524500" y="2794000"/>
            <a:ext cx="2578100" cy="190500"/>
          </a:xfrm>
          <a:prstGeom prst="rect">
            <a:avLst/>
          </a:prstGeom>
        </p:spPr>
      </p:pic>
      <p:pic>
        <p:nvPicPr>
          <p:cNvPr name="Picture 103" id="103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 rot="0">
            <a:off x="5524500" y="4660900"/>
            <a:ext cx="2578100" cy="292100"/>
          </a:xfrm>
          <a:prstGeom prst="rect">
            <a:avLst/>
          </a:prstGeom>
        </p:spPr>
      </p:pic>
      <p:grpSp>
        <p:nvGrpSpPr>
          <p:cNvPr name="Group 104" id="104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05" id="10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902200" y="3530600"/>
            <a:ext cx="622300" cy="0"/>
          </a:xfrm>
          <a:prstGeom prst="rect">
            <a:avLst/>
          </a:prstGeom>
        </p:spPr>
      </p:pic>
      <p:grpSp>
        <p:nvGrpSpPr>
          <p:cNvPr name="Group 106" id="106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07" id="107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902200" y="3759200"/>
            <a:ext cx="622300" cy="0"/>
          </a:xfrm>
          <a:prstGeom prst="rect">
            <a:avLst/>
          </a:prstGeom>
        </p:spPr>
      </p:pic>
      <p:grpSp>
        <p:nvGrpSpPr>
          <p:cNvPr name="Group 108" id="108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09" id="109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902200" y="3987800"/>
            <a:ext cx="622300" cy="0"/>
          </a:xfrm>
          <a:prstGeom prst="rect">
            <a:avLst/>
          </a:prstGeom>
        </p:spPr>
      </p:pic>
      <p:grpSp>
        <p:nvGrpSpPr>
          <p:cNvPr name="Group 110" id="110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11" id="111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902200" y="4203700"/>
            <a:ext cx="622300" cy="0"/>
          </a:xfrm>
          <a:prstGeom prst="rect">
            <a:avLst/>
          </a:prstGeom>
        </p:spPr>
      </p:pic>
      <p:grpSp>
        <p:nvGrpSpPr>
          <p:cNvPr name="Group 112" id="112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13" id="113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902200" y="4432300"/>
            <a:ext cx="622300" cy="0"/>
          </a:xfrm>
          <a:prstGeom prst="rect">
            <a:avLst/>
          </a:prstGeom>
        </p:spPr>
      </p:pic>
      <p:grpSp>
        <p:nvGrpSpPr>
          <p:cNvPr name="Group 114" id="114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15" id="11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889500" y="3314700"/>
            <a:ext cx="622300" cy="0"/>
          </a:xfrm>
          <a:prstGeom prst="rect">
            <a:avLst/>
          </a:prstGeom>
        </p:spPr>
      </p:pic>
      <p:pic>
        <p:nvPicPr>
          <p:cNvPr name="Picture 116" id="116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 rot="0">
            <a:off x="5524500" y="2971800"/>
            <a:ext cx="2578100" cy="342900"/>
          </a:xfrm>
          <a:prstGeom prst="rect">
            <a:avLst/>
          </a:prstGeom>
        </p:spPr>
      </p:pic>
      <p:pic>
        <p:nvPicPr>
          <p:cNvPr name="Picture 117" id="117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4927600" y="3352800"/>
            <a:ext cx="622300" cy="1473200"/>
          </a:xfrm>
          <a:prstGeom prst="rect">
            <a:avLst/>
          </a:prstGeom>
        </p:spPr>
      </p:pic>
      <p:pic>
        <p:nvPicPr>
          <p:cNvPr name="Picture 118" id="118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7848600" y="2794000"/>
            <a:ext cx="165100" cy="165100"/>
          </a:xfrm>
          <a:prstGeom prst="rect">
            <a:avLst/>
          </a:prstGeom>
        </p:spPr>
      </p:pic>
      <p:pic>
        <p:nvPicPr>
          <p:cNvPr name="Picture 119" id="119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6756400" y="2794000"/>
            <a:ext cx="1168400" cy="355600"/>
          </a:xfrm>
          <a:prstGeom prst="rect">
            <a:avLst/>
          </a:prstGeom>
        </p:spPr>
      </p:pic>
      <p:pic>
        <p:nvPicPr>
          <p:cNvPr name="Picture 120" id="120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5575300" y="4737100"/>
            <a:ext cx="1435100" cy="266700"/>
          </a:xfrm>
          <a:prstGeom prst="rect">
            <a:avLst/>
          </a:prstGeom>
        </p:spPr>
      </p:pic>
      <p:pic>
        <p:nvPicPr>
          <p:cNvPr name="Picture 121" id="121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 rot="0">
            <a:off x="4889500" y="5080000"/>
            <a:ext cx="635000" cy="2159000"/>
          </a:xfrm>
          <a:prstGeom prst="rect">
            <a:avLst/>
          </a:prstGeom>
        </p:spPr>
      </p:pic>
      <p:pic>
        <p:nvPicPr>
          <p:cNvPr name="Picture 122" id="122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 rot="0">
            <a:off x="5524500" y="5080000"/>
            <a:ext cx="2578100" cy="190500"/>
          </a:xfrm>
          <a:prstGeom prst="rect">
            <a:avLst/>
          </a:prstGeom>
        </p:spPr>
      </p:pic>
      <p:pic>
        <p:nvPicPr>
          <p:cNvPr name="Picture 123" id="123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 rot="0">
            <a:off x="5524500" y="6946900"/>
            <a:ext cx="2578100" cy="292100"/>
          </a:xfrm>
          <a:prstGeom prst="rect">
            <a:avLst/>
          </a:prstGeom>
        </p:spPr>
      </p:pic>
      <p:grpSp>
        <p:nvGrpSpPr>
          <p:cNvPr name="Group 124" id="124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25" id="12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889500" y="5829300"/>
            <a:ext cx="622300" cy="0"/>
          </a:xfrm>
          <a:prstGeom prst="rect">
            <a:avLst/>
          </a:prstGeom>
        </p:spPr>
      </p:pic>
      <p:grpSp>
        <p:nvGrpSpPr>
          <p:cNvPr name="Group 126" id="126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27" id="127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902200" y="6045200"/>
            <a:ext cx="622300" cy="0"/>
          </a:xfrm>
          <a:prstGeom prst="rect">
            <a:avLst/>
          </a:prstGeom>
        </p:spPr>
      </p:pic>
      <p:grpSp>
        <p:nvGrpSpPr>
          <p:cNvPr name="Group 128" id="128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29" id="129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889500" y="6273800"/>
            <a:ext cx="622300" cy="0"/>
          </a:xfrm>
          <a:prstGeom prst="rect">
            <a:avLst/>
          </a:prstGeom>
        </p:spPr>
      </p:pic>
      <p:grpSp>
        <p:nvGrpSpPr>
          <p:cNvPr name="Group 130" id="130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31" id="131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902200" y="6502400"/>
            <a:ext cx="622300" cy="0"/>
          </a:xfrm>
          <a:prstGeom prst="rect">
            <a:avLst/>
          </a:prstGeom>
        </p:spPr>
      </p:pic>
      <p:grpSp>
        <p:nvGrpSpPr>
          <p:cNvPr name="Group 132" id="132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33" id="133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902200" y="6718300"/>
            <a:ext cx="622300" cy="0"/>
          </a:xfrm>
          <a:prstGeom prst="rect">
            <a:avLst/>
          </a:prstGeom>
        </p:spPr>
      </p:pic>
      <p:grpSp>
        <p:nvGrpSpPr>
          <p:cNvPr name="Group 134" id="134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35" id="13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889500" y="5600700"/>
            <a:ext cx="622300" cy="0"/>
          </a:xfrm>
          <a:prstGeom prst="rect">
            <a:avLst/>
          </a:prstGeom>
        </p:spPr>
      </p:pic>
      <p:pic>
        <p:nvPicPr>
          <p:cNvPr name="Picture 136" id="136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 rot="0">
            <a:off x="5524500" y="5257800"/>
            <a:ext cx="2578100" cy="342900"/>
          </a:xfrm>
          <a:prstGeom prst="rect">
            <a:avLst/>
          </a:prstGeom>
        </p:spPr>
      </p:pic>
      <p:pic>
        <p:nvPicPr>
          <p:cNvPr name="Picture 137" id="137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4927600" y="5638800"/>
            <a:ext cx="622300" cy="1244600"/>
          </a:xfrm>
          <a:prstGeom prst="rect">
            <a:avLst/>
          </a:prstGeom>
        </p:spPr>
      </p:pic>
      <p:pic>
        <p:nvPicPr>
          <p:cNvPr name="Picture 138" id="138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7835900" y="5092700"/>
            <a:ext cx="165100" cy="165100"/>
          </a:xfrm>
          <a:prstGeom prst="rect">
            <a:avLst/>
          </a:prstGeom>
        </p:spPr>
      </p:pic>
      <p:pic>
        <p:nvPicPr>
          <p:cNvPr name="Picture 139" id="139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6743700" y="5080000"/>
            <a:ext cx="1168400" cy="355600"/>
          </a:xfrm>
          <a:prstGeom prst="rect">
            <a:avLst/>
          </a:prstGeom>
        </p:spPr>
      </p:pic>
      <p:pic>
        <p:nvPicPr>
          <p:cNvPr name="Picture 140" id="140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5575300" y="7023100"/>
            <a:ext cx="1435100" cy="266700"/>
          </a:xfrm>
          <a:prstGeom prst="rect">
            <a:avLst/>
          </a:prstGeom>
        </p:spPr>
      </p:pic>
      <p:pic>
        <p:nvPicPr>
          <p:cNvPr name="Picture 141" id="141"/>
          <p:cNvPicPr>
            <a:picLocks noChangeAspect="true"/>
          </p:cNvPicPr>
          <p:nvPr/>
        </p:nvPicPr>
        <p:blipFill>
          <a:blip r:embed="rId51"/>
          <a:stretch>
            <a:fillRect/>
          </a:stretch>
        </p:blipFill>
        <p:spPr>
          <a:xfrm rot="0">
            <a:off x="4889500" y="7404100"/>
            <a:ext cx="635000" cy="2159000"/>
          </a:xfrm>
          <a:prstGeom prst="rect">
            <a:avLst/>
          </a:prstGeom>
        </p:spPr>
      </p:pic>
      <p:pic>
        <p:nvPicPr>
          <p:cNvPr name="Picture 142" id="142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 rot="0">
            <a:off x="5524500" y="7404100"/>
            <a:ext cx="2578100" cy="190500"/>
          </a:xfrm>
          <a:prstGeom prst="rect">
            <a:avLst/>
          </a:prstGeom>
        </p:spPr>
      </p:pic>
      <p:pic>
        <p:nvPicPr>
          <p:cNvPr name="Picture 143" id="143"/>
          <p:cNvPicPr>
            <a:picLocks noChangeAspect="true"/>
          </p:cNvPicPr>
          <p:nvPr/>
        </p:nvPicPr>
        <p:blipFill>
          <a:blip r:embed="rId53"/>
          <a:stretch>
            <a:fillRect/>
          </a:stretch>
        </p:blipFill>
        <p:spPr>
          <a:xfrm rot="0">
            <a:off x="5524500" y="9283700"/>
            <a:ext cx="2578100" cy="292100"/>
          </a:xfrm>
          <a:prstGeom prst="rect">
            <a:avLst/>
          </a:prstGeom>
        </p:spPr>
      </p:pic>
      <p:grpSp>
        <p:nvGrpSpPr>
          <p:cNvPr name="Group 144" id="144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45" id="14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889500" y="8153400"/>
            <a:ext cx="622300" cy="0"/>
          </a:xfrm>
          <a:prstGeom prst="rect">
            <a:avLst/>
          </a:prstGeom>
        </p:spPr>
      </p:pic>
      <p:grpSp>
        <p:nvGrpSpPr>
          <p:cNvPr name="Group 146" id="146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47" id="147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902200" y="8382000"/>
            <a:ext cx="622300" cy="0"/>
          </a:xfrm>
          <a:prstGeom prst="rect">
            <a:avLst/>
          </a:prstGeom>
        </p:spPr>
      </p:pic>
      <p:grpSp>
        <p:nvGrpSpPr>
          <p:cNvPr name="Group 148" id="148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49" id="149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889500" y="8597900"/>
            <a:ext cx="622300" cy="0"/>
          </a:xfrm>
          <a:prstGeom prst="rect">
            <a:avLst/>
          </a:prstGeom>
        </p:spPr>
      </p:pic>
      <p:grpSp>
        <p:nvGrpSpPr>
          <p:cNvPr name="Group 150" id="150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51" id="151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902200" y="8826500"/>
            <a:ext cx="622300" cy="0"/>
          </a:xfrm>
          <a:prstGeom prst="rect">
            <a:avLst/>
          </a:prstGeom>
        </p:spPr>
      </p:pic>
      <p:grpSp>
        <p:nvGrpSpPr>
          <p:cNvPr name="Group 152" id="152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53" id="153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902200" y="9055100"/>
            <a:ext cx="622300" cy="0"/>
          </a:xfrm>
          <a:prstGeom prst="rect">
            <a:avLst/>
          </a:prstGeom>
        </p:spPr>
      </p:pic>
      <p:grpSp>
        <p:nvGrpSpPr>
          <p:cNvPr name="Group 154" id="154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55" id="15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4889500" y="7924800"/>
            <a:ext cx="622300" cy="0"/>
          </a:xfrm>
          <a:prstGeom prst="rect">
            <a:avLst/>
          </a:prstGeom>
        </p:spPr>
      </p:pic>
      <p:pic>
        <p:nvPicPr>
          <p:cNvPr name="Picture 156" id="156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 rot="0">
            <a:off x="5524500" y="7581900"/>
            <a:ext cx="2578100" cy="342900"/>
          </a:xfrm>
          <a:prstGeom prst="rect">
            <a:avLst/>
          </a:prstGeom>
        </p:spPr>
      </p:pic>
      <p:pic>
        <p:nvPicPr>
          <p:cNvPr name="Picture 157" id="157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4927600" y="7962900"/>
            <a:ext cx="622300" cy="1473200"/>
          </a:xfrm>
          <a:prstGeom prst="rect">
            <a:avLst/>
          </a:prstGeom>
        </p:spPr>
      </p:pic>
      <p:pic>
        <p:nvPicPr>
          <p:cNvPr name="Picture 158" id="158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7835900" y="7416800"/>
            <a:ext cx="165100" cy="165100"/>
          </a:xfrm>
          <a:prstGeom prst="rect">
            <a:avLst/>
          </a:prstGeom>
        </p:spPr>
      </p:pic>
      <p:pic>
        <p:nvPicPr>
          <p:cNvPr name="Picture 159" id="159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6743700" y="7416800"/>
            <a:ext cx="1168400" cy="355600"/>
          </a:xfrm>
          <a:prstGeom prst="rect">
            <a:avLst/>
          </a:prstGeom>
        </p:spPr>
      </p:pic>
      <p:pic>
        <p:nvPicPr>
          <p:cNvPr name="Picture 160" id="160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5575300" y="9359900"/>
            <a:ext cx="1435100" cy="266700"/>
          </a:xfrm>
          <a:prstGeom prst="rect">
            <a:avLst/>
          </a:prstGeom>
        </p:spPr>
      </p:pic>
      <p:pic>
        <p:nvPicPr>
          <p:cNvPr name="Picture 161" id="161"/>
          <p:cNvPicPr>
            <a:picLocks noChangeAspect="true"/>
          </p:cNvPicPr>
          <p:nvPr/>
        </p:nvPicPr>
        <p:blipFill>
          <a:blip r:embed="rId55"/>
          <a:stretch>
            <a:fillRect/>
          </a:stretch>
        </p:blipFill>
        <p:spPr>
          <a:xfrm rot="0">
            <a:off x="8216900" y="2781300"/>
            <a:ext cx="635000" cy="2159000"/>
          </a:xfrm>
          <a:prstGeom prst="rect">
            <a:avLst/>
          </a:prstGeom>
        </p:spPr>
      </p:pic>
      <p:pic>
        <p:nvPicPr>
          <p:cNvPr name="Picture 162" id="162"/>
          <p:cNvPicPr>
            <a:picLocks noChangeAspect="true"/>
          </p:cNvPicPr>
          <p:nvPr/>
        </p:nvPicPr>
        <p:blipFill>
          <a:blip r:embed="rId56"/>
          <a:stretch>
            <a:fillRect/>
          </a:stretch>
        </p:blipFill>
        <p:spPr>
          <a:xfrm rot="0">
            <a:off x="8839200" y="2794000"/>
            <a:ext cx="2578100" cy="190500"/>
          </a:xfrm>
          <a:prstGeom prst="rect">
            <a:avLst/>
          </a:prstGeom>
        </p:spPr>
      </p:pic>
      <p:pic>
        <p:nvPicPr>
          <p:cNvPr name="Picture 163" id="163"/>
          <p:cNvPicPr>
            <a:picLocks noChangeAspect="true"/>
          </p:cNvPicPr>
          <p:nvPr/>
        </p:nvPicPr>
        <p:blipFill>
          <a:blip r:embed="rId57"/>
          <a:stretch>
            <a:fillRect/>
          </a:stretch>
        </p:blipFill>
        <p:spPr>
          <a:xfrm rot="0">
            <a:off x="8839200" y="4660900"/>
            <a:ext cx="2578100" cy="292100"/>
          </a:xfrm>
          <a:prstGeom prst="rect">
            <a:avLst/>
          </a:prstGeom>
        </p:spPr>
      </p:pic>
      <p:grpSp>
        <p:nvGrpSpPr>
          <p:cNvPr name="Group 164" id="164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65" id="16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16900" y="3530600"/>
            <a:ext cx="622300" cy="0"/>
          </a:xfrm>
          <a:prstGeom prst="rect">
            <a:avLst/>
          </a:prstGeom>
        </p:spPr>
      </p:pic>
      <p:grpSp>
        <p:nvGrpSpPr>
          <p:cNvPr name="Group 166" id="166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67" id="167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16900" y="3759200"/>
            <a:ext cx="622300" cy="0"/>
          </a:xfrm>
          <a:prstGeom prst="rect">
            <a:avLst/>
          </a:prstGeom>
        </p:spPr>
      </p:pic>
      <p:grpSp>
        <p:nvGrpSpPr>
          <p:cNvPr name="Group 168" id="168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69" id="169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16900" y="3987800"/>
            <a:ext cx="622300" cy="0"/>
          </a:xfrm>
          <a:prstGeom prst="rect">
            <a:avLst/>
          </a:prstGeom>
        </p:spPr>
      </p:pic>
      <p:grpSp>
        <p:nvGrpSpPr>
          <p:cNvPr name="Group 170" id="170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71" id="171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16900" y="4203700"/>
            <a:ext cx="622300" cy="0"/>
          </a:xfrm>
          <a:prstGeom prst="rect">
            <a:avLst/>
          </a:prstGeom>
        </p:spPr>
      </p:pic>
      <p:grpSp>
        <p:nvGrpSpPr>
          <p:cNvPr name="Group 172" id="172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73" id="173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16900" y="4432300"/>
            <a:ext cx="622300" cy="0"/>
          </a:xfrm>
          <a:prstGeom prst="rect">
            <a:avLst/>
          </a:prstGeom>
        </p:spPr>
      </p:pic>
      <p:grpSp>
        <p:nvGrpSpPr>
          <p:cNvPr name="Group 174" id="174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75" id="17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16900" y="3314700"/>
            <a:ext cx="622300" cy="0"/>
          </a:xfrm>
          <a:prstGeom prst="rect">
            <a:avLst/>
          </a:prstGeom>
        </p:spPr>
      </p:pic>
      <p:pic>
        <p:nvPicPr>
          <p:cNvPr name="Picture 176" id="176"/>
          <p:cNvPicPr>
            <a:picLocks noChangeAspect="true"/>
          </p:cNvPicPr>
          <p:nvPr/>
        </p:nvPicPr>
        <p:blipFill>
          <a:blip r:embed="rId58"/>
          <a:stretch>
            <a:fillRect/>
          </a:stretch>
        </p:blipFill>
        <p:spPr>
          <a:xfrm rot="0">
            <a:off x="8839200" y="2971800"/>
            <a:ext cx="2578100" cy="342900"/>
          </a:xfrm>
          <a:prstGeom prst="rect">
            <a:avLst/>
          </a:prstGeom>
        </p:spPr>
      </p:pic>
      <p:pic>
        <p:nvPicPr>
          <p:cNvPr name="Picture 177" id="177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8242300" y="3352800"/>
            <a:ext cx="622300" cy="1473200"/>
          </a:xfrm>
          <a:prstGeom prst="rect">
            <a:avLst/>
          </a:prstGeom>
        </p:spPr>
      </p:pic>
      <p:pic>
        <p:nvPicPr>
          <p:cNvPr name="Picture 178" id="178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1163300" y="2794000"/>
            <a:ext cx="165100" cy="165100"/>
          </a:xfrm>
          <a:prstGeom prst="rect">
            <a:avLst/>
          </a:prstGeom>
        </p:spPr>
      </p:pic>
      <p:pic>
        <p:nvPicPr>
          <p:cNvPr name="Picture 179" id="179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0071100" y="2794000"/>
            <a:ext cx="1168400" cy="355600"/>
          </a:xfrm>
          <a:prstGeom prst="rect">
            <a:avLst/>
          </a:prstGeom>
        </p:spPr>
      </p:pic>
      <p:pic>
        <p:nvPicPr>
          <p:cNvPr name="Picture 180" id="180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8890000" y="4737100"/>
            <a:ext cx="1435100" cy="266700"/>
          </a:xfrm>
          <a:prstGeom prst="rect">
            <a:avLst/>
          </a:prstGeom>
        </p:spPr>
      </p:pic>
      <p:pic>
        <p:nvPicPr>
          <p:cNvPr name="Picture 181" id="181"/>
          <p:cNvPicPr>
            <a:picLocks noChangeAspect="true"/>
          </p:cNvPicPr>
          <p:nvPr/>
        </p:nvPicPr>
        <p:blipFill>
          <a:blip r:embed="rId59"/>
          <a:stretch>
            <a:fillRect/>
          </a:stretch>
        </p:blipFill>
        <p:spPr>
          <a:xfrm rot="0">
            <a:off x="8204200" y="5080000"/>
            <a:ext cx="635000" cy="2159000"/>
          </a:xfrm>
          <a:prstGeom prst="rect">
            <a:avLst/>
          </a:prstGeom>
        </p:spPr>
      </p:pic>
      <p:pic>
        <p:nvPicPr>
          <p:cNvPr name="Picture 182" id="182"/>
          <p:cNvPicPr>
            <a:picLocks noChangeAspect="true"/>
          </p:cNvPicPr>
          <p:nvPr/>
        </p:nvPicPr>
        <p:blipFill>
          <a:blip r:embed="rId60"/>
          <a:stretch>
            <a:fillRect/>
          </a:stretch>
        </p:blipFill>
        <p:spPr>
          <a:xfrm rot="0">
            <a:off x="8839200" y="5080000"/>
            <a:ext cx="2578100" cy="190500"/>
          </a:xfrm>
          <a:prstGeom prst="rect">
            <a:avLst/>
          </a:prstGeom>
        </p:spPr>
      </p:pic>
      <p:pic>
        <p:nvPicPr>
          <p:cNvPr name="Picture 183" id="183"/>
          <p:cNvPicPr>
            <a:picLocks noChangeAspect="true"/>
          </p:cNvPicPr>
          <p:nvPr/>
        </p:nvPicPr>
        <p:blipFill>
          <a:blip r:embed="rId61"/>
          <a:stretch>
            <a:fillRect/>
          </a:stretch>
        </p:blipFill>
        <p:spPr>
          <a:xfrm rot="0">
            <a:off x="8839200" y="6946900"/>
            <a:ext cx="2578100" cy="292100"/>
          </a:xfrm>
          <a:prstGeom prst="rect">
            <a:avLst/>
          </a:prstGeom>
        </p:spPr>
      </p:pic>
      <p:grpSp>
        <p:nvGrpSpPr>
          <p:cNvPr name="Group 184" id="184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85" id="18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16900" y="5829300"/>
            <a:ext cx="622300" cy="0"/>
          </a:xfrm>
          <a:prstGeom prst="rect">
            <a:avLst/>
          </a:prstGeom>
        </p:spPr>
      </p:pic>
      <p:grpSp>
        <p:nvGrpSpPr>
          <p:cNvPr name="Group 186" id="186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87" id="187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16900" y="6045200"/>
            <a:ext cx="622300" cy="0"/>
          </a:xfrm>
          <a:prstGeom prst="rect">
            <a:avLst/>
          </a:prstGeom>
        </p:spPr>
      </p:pic>
      <p:grpSp>
        <p:nvGrpSpPr>
          <p:cNvPr name="Group 188" id="188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89" id="189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04200" y="6273800"/>
            <a:ext cx="622300" cy="0"/>
          </a:xfrm>
          <a:prstGeom prst="rect">
            <a:avLst/>
          </a:prstGeom>
        </p:spPr>
      </p:pic>
      <p:grpSp>
        <p:nvGrpSpPr>
          <p:cNvPr name="Group 190" id="190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91" id="191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16900" y="6502400"/>
            <a:ext cx="622300" cy="0"/>
          </a:xfrm>
          <a:prstGeom prst="rect">
            <a:avLst/>
          </a:prstGeom>
        </p:spPr>
      </p:pic>
      <p:grpSp>
        <p:nvGrpSpPr>
          <p:cNvPr name="Group 192" id="192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93" id="193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16900" y="6718300"/>
            <a:ext cx="622300" cy="0"/>
          </a:xfrm>
          <a:prstGeom prst="rect">
            <a:avLst/>
          </a:prstGeom>
        </p:spPr>
      </p:pic>
      <p:grpSp>
        <p:nvGrpSpPr>
          <p:cNvPr name="Group 194" id="194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195" id="19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04200" y="5600700"/>
            <a:ext cx="622300" cy="0"/>
          </a:xfrm>
          <a:prstGeom prst="rect">
            <a:avLst/>
          </a:prstGeom>
        </p:spPr>
      </p:pic>
      <p:pic>
        <p:nvPicPr>
          <p:cNvPr name="Picture 196" id="196"/>
          <p:cNvPicPr>
            <a:picLocks noChangeAspect="true"/>
          </p:cNvPicPr>
          <p:nvPr/>
        </p:nvPicPr>
        <p:blipFill>
          <a:blip r:embed="rId62"/>
          <a:stretch>
            <a:fillRect/>
          </a:stretch>
        </p:blipFill>
        <p:spPr>
          <a:xfrm rot="0">
            <a:off x="8839200" y="5257800"/>
            <a:ext cx="2578100" cy="342900"/>
          </a:xfrm>
          <a:prstGeom prst="rect">
            <a:avLst/>
          </a:prstGeom>
        </p:spPr>
      </p:pic>
      <p:pic>
        <p:nvPicPr>
          <p:cNvPr name="Picture 197" id="197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 rot="0">
            <a:off x="8242300" y="5638800"/>
            <a:ext cx="622300" cy="1473200"/>
          </a:xfrm>
          <a:prstGeom prst="rect">
            <a:avLst/>
          </a:prstGeom>
        </p:spPr>
      </p:pic>
      <p:pic>
        <p:nvPicPr>
          <p:cNvPr name="Picture 198" id="198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1150600" y="5092700"/>
            <a:ext cx="165100" cy="165100"/>
          </a:xfrm>
          <a:prstGeom prst="rect">
            <a:avLst/>
          </a:prstGeom>
        </p:spPr>
      </p:pic>
      <p:pic>
        <p:nvPicPr>
          <p:cNvPr name="Picture 199" id="199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0058400" y="5080000"/>
            <a:ext cx="1168400" cy="355600"/>
          </a:xfrm>
          <a:prstGeom prst="rect">
            <a:avLst/>
          </a:prstGeom>
        </p:spPr>
      </p:pic>
      <p:pic>
        <p:nvPicPr>
          <p:cNvPr name="Picture 200" id="200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8890000" y="7023100"/>
            <a:ext cx="1435100" cy="266700"/>
          </a:xfrm>
          <a:prstGeom prst="rect">
            <a:avLst/>
          </a:prstGeom>
        </p:spPr>
      </p:pic>
      <p:pic>
        <p:nvPicPr>
          <p:cNvPr name="Picture 201" id="201"/>
          <p:cNvPicPr>
            <a:picLocks noChangeAspect="true"/>
          </p:cNvPicPr>
          <p:nvPr/>
        </p:nvPicPr>
        <p:blipFill>
          <a:blip r:embed="rId63"/>
          <a:stretch>
            <a:fillRect/>
          </a:stretch>
        </p:blipFill>
        <p:spPr>
          <a:xfrm rot="0">
            <a:off x="8204200" y="7404100"/>
            <a:ext cx="635000" cy="2159000"/>
          </a:xfrm>
          <a:prstGeom prst="rect">
            <a:avLst/>
          </a:prstGeom>
        </p:spPr>
      </p:pic>
      <p:pic>
        <p:nvPicPr>
          <p:cNvPr name="Picture 202" id="202"/>
          <p:cNvPicPr>
            <a:picLocks noChangeAspect="true"/>
          </p:cNvPicPr>
          <p:nvPr/>
        </p:nvPicPr>
        <p:blipFill>
          <a:blip r:embed="rId64"/>
          <a:stretch>
            <a:fillRect/>
          </a:stretch>
        </p:blipFill>
        <p:spPr>
          <a:xfrm rot="0">
            <a:off x="8839200" y="7404100"/>
            <a:ext cx="2578100" cy="190500"/>
          </a:xfrm>
          <a:prstGeom prst="rect">
            <a:avLst/>
          </a:prstGeom>
        </p:spPr>
      </p:pic>
      <p:pic>
        <p:nvPicPr>
          <p:cNvPr name="Picture 203" id="203"/>
          <p:cNvPicPr>
            <a:picLocks noChangeAspect="true"/>
          </p:cNvPicPr>
          <p:nvPr/>
        </p:nvPicPr>
        <p:blipFill>
          <a:blip r:embed="rId65"/>
          <a:stretch>
            <a:fillRect/>
          </a:stretch>
        </p:blipFill>
        <p:spPr>
          <a:xfrm rot="0">
            <a:off x="8839200" y="9283700"/>
            <a:ext cx="2578100" cy="292100"/>
          </a:xfrm>
          <a:prstGeom prst="rect">
            <a:avLst/>
          </a:prstGeom>
        </p:spPr>
      </p:pic>
      <p:grpSp>
        <p:nvGrpSpPr>
          <p:cNvPr name="Group 204" id="204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205" id="20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16900" y="8153400"/>
            <a:ext cx="622300" cy="0"/>
          </a:xfrm>
          <a:prstGeom prst="rect">
            <a:avLst/>
          </a:prstGeom>
        </p:spPr>
      </p:pic>
      <p:grpSp>
        <p:nvGrpSpPr>
          <p:cNvPr name="Group 206" id="206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207" id="207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16900" y="8382000"/>
            <a:ext cx="622300" cy="0"/>
          </a:xfrm>
          <a:prstGeom prst="rect">
            <a:avLst/>
          </a:prstGeom>
        </p:spPr>
      </p:pic>
      <p:grpSp>
        <p:nvGrpSpPr>
          <p:cNvPr name="Group 208" id="208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209" id="209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04200" y="8597900"/>
            <a:ext cx="622300" cy="0"/>
          </a:xfrm>
          <a:prstGeom prst="rect">
            <a:avLst/>
          </a:prstGeom>
        </p:spPr>
      </p:pic>
      <p:grpSp>
        <p:nvGrpSpPr>
          <p:cNvPr name="Group 210" id="210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211" id="211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16900" y="8826500"/>
            <a:ext cx="622300" cy="0"/>
          </a:xfrm>
          <a:prstGeom prst="rect">
            <a:avLst/>
          </a:prstGeom>
        </p:spPr>
      </p:pic>
      <p:grpSp>
        <p:nvGrpSpPr>
          <p:cNvPr name="Group 212" id="212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213" id="213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16900" y="9055100"/>
            <a:ext cx="622300" cy="0"/>
          </a:xfrm>
          <a:prstGeom prst="rect">
            <a:avLst/>
          </a:prstGeom>
        </p:spPr>
      </p:pic>
      <p:grpSp>
        <p:nvGrpSpPr>
          <p:cNvPr name="Group 214" id="214"/>
          <p:cNvGrpSpPr/>
          <p:nvPr/>
        </p:nvGrpSpPr>
        <p:grpSpPr>
          <a:xfrm>
            <a:off x="2147483647" y="2147483647"/>
            <a:ext cx="2147483647" cy="66738500"/>
          </a:xfrm>
        </p:grpSpPr>
      </p:grpSp>
      <p:pic>
        <p:nvPicPr>
          <p:cNvPr name="Picture 215" id="215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8204200" y="7924800"/>
            <a:ext cx="622300" cy="0"/>
          </a:xfrm>
          <a:prstGeom prst="rect">
            <a:avLst/>
          </a:prstGeom>
        </p:spPr>
      </p:pic>
      <p:pic>
        <p:nvPicPr>
          <p:cNvPr name="Picture 216" id="216"/>
          <p:cNvPicPr>
            <a:picLocks noChangeAspect="true"/>
          </p:cNvPicPr>
          <p:nvPr/>
        </p:nvPicPr>
        <p:blipFill>
          <a:blip r:embed="rId66"/>
          <a:stretch>
            <a:fillRect/>
          </a:stretch>
        </p:blipFill>
        <p:spPr>
          <a:xfrm rot="0">
            <a:off x="8839200" y="7581900"/>
            <a:ext cx="2578100" cy="342900"/>
          </a:xfrm>
          <a:prstGeom prst="rect">
            <a:avLst/>
          </a:prstGeom>
        </p:spPr>
      </p:pic>
      <p:pic>
        <p:nvPicPr>
          <p:cNvPr name="Picture 217" id="217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8242300" y="7962900"/>
            <a:ext cx="622300" cy="1244600"/>
          </a:xfrm>
          <a:prstGeom prst="rect">
            <a:avLst/>
          </a:prstGeom>
        </p:spPr>
      </p:pic>
      <p:pic>
        <p:nvPicPr>
          <p:cNvPr name="Picture 218" id="218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11150600" y="7416800"/>
            <a:ext cx="165100" cy="165100"/>
          </a:xfrm>
          <a:prstGeom prst="rect">
            <a:avLst/>
          </a:prstGeom>
        </p:spPr>
      </p:pic>
      <p:grpSp>
        <p:nvGrpSpPr>
          <p:cNvPr name="Group 219" id="21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0" id="220"/>
          <p:cNvPicPr>
            <a:picLocks noChangeAspect="true"/>
          </p:cNvPicPr>
          <p:nvPr/>
        </p:nvPicPr>
        <p:blipFill>
          <a:blip r:embed="rId67"/>
          <a:stretch>
            <a:fillRect/>
          </a:stretch>
        </p:blipFill>
        <p:spPr>
          <a:xfrm rot="0">
            <a:off x="3987800" y="3009900"/>
            <a:ext cx="711200" cy="241300"/>
          </a:xfrm>
          <a:prstGeom prst="rect">
            <a:avLst/>
          </a:prstGeom>
        </p:spPr>
      </p:pic>
      <p:grpSp>
        <p:nvGrpSpPr>
          <p:cNvPr name="Group 221" id="2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2" id="222"/>
          <p:cNvPicPr>
            <a:picLocks noChangeAspect="true"/>
          </p:cNvPicPr>
          <p:nvPr/>
        </p:nvPicPr>
        <p:blipFill>
          <a:blip r:embed="rId68"/>
          <a:stretch>
            <a:fillRect/>
          </a:stretch>
        </p:blipFill>
        <p:spPr>
          <a:xfrm rot="0">
            <a:off x="1676400" y="2806700"/>
            <a:ext cx="431800" cy="457200"/>
          </a:xfrm>
          <a:prstGeom prst="rect">
            <a:avLst/>
          </a:prstGeom>
        </p:spPr>
      </p:pic>
      <p:grpSp>
        <p:nvGrpSpPr>
          <p:cNvPr name="Group 223" id="22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224" id="22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5" id="225"/>
          <p:cNvPicPr>
            <a:picLocks noChangeAspect="true"/>
          </p:cNvPicPr>
          <p:nvPr/>
        </p:nvPicPr>
        <p:blipFill>
          <a:blip r:embed="rId67"/>
          <a:stretch>
            <a:fillRect/>
          </a:stretch>
        </p:blipFill>
        <p:spPr>
          <a:xfrm rot="0">
            <a:off x="3962400" y="5321300"/>
            <a:ext cx="711200" cy="241300"/>
          </a:xfrm>
          <a:prstGeom prst="rect">
            <a:avLst/>
          </a:prstGeom>
        </p:spPr>
      </p:pic>
      <p:grpSp>
        <p:nvGrpSpPr>
          <p:cNvPr name="Group 226" id="22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7" id="227"/>
          <p:cNvPicPr>
            <a:picLocks noChangeAspect="true"/>
          </p:cNvPicPr>
          <p:nvPr/>
        </p:nvPicPr>
        <p:blipFill>
          <a:blip r:embed="rId68"/>
          <a:stretch>
            <a:fillRect/>
          </a:stretch>
        </p:blipFill>
        <p:spPr>
          <a:xfrm rot="0">
            <a:off x="1638300" y="5118100"/>
            <a:ext cx="431800" cy="457200"/>
          </a:xfrm>
          <a:prstGeom prst="rect">
            <a:avLst/>
          </a:prstGeom>
        </p:spPr>
      </p:pic>
      <p:grpSp>
        <p:nvGrpSpPr>
          <p:cNvPr name="Group 228" id="22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9" id="229"/>
          <p:cNvPicPr>
            <a:picLocks noChangeAspect="true"/>
          </p:cNvPicPr>
          <p:nvPr/>
        </p:nvPicPr>
        <p:blipFill>
          <a:blip r:embed="rId67"/>
          <a:stretch>
            <a:fillRect/>
          </a:stretch>
        </p:blipFill>
        <p:spPr>
          <a:xfrm rot="0">
            <a:off x="3975100" y="7645400"/>
            <a:ext cx="711200" cy="241300"/>
          </a:xfrm>
          <a:prstGeom prst="rect">
            <a:avLst/>
          </a:prstGeom>
        </p:spPr>
      </p:pic>
      <p:grpSp>
        <p:nvGrpSpPr>
          <p:cNvPr name="Group 230" id="23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31" id="231"/>
          <p:cNvPicPr>
            <a:picLocks noChangeAspect="true"/>
          </p:cNvPicPr>
          <p:nvPr/>
        </p:nvPicPr>
        <p:blipFill>
          <a:blip r:embed="rId68"/>
          <a:stretch>
            <a:fillRect/>
          </a:stretch>
        </p:blipFill>
        <p:spPr>
          <a:xfrm rot="0">
            <a:off x="1651000" y="7442200"/>
            <a:ext cx="431800" cy="457200"/>
          </a:xfrm>
          <a:prstGeom prst="rect">
            <a:avLst/>
          </a:prstGeom>
        </p:spPr>
      </p:pic>
      <p:grpSp>
        <p:nvGrpSpPr>
          <p:cNvPr name="Group 232" id="23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33" id="233"/>
          <p:cNvPicPr>
            <a:picLocks noChangeAspect="true"/>
          </p:cNvPicPr>
          <p:nvPr/>
        </p:nvPicPr>
        <p:blipFill>
          <a:blip r:embed="rId67"/>
          <a:stretch>
            <a:fillRect/>
          </a:stretch>
        </p:blipFill>
        <p:spPr>
          <a:xfrm rot="0">
            <a:off x="7289800" y="7632700"/>
            <a:ext cx="711200" cy="241300"/>
          </a:xfrm>
          <a:prstGeom prst="rect">
            <a:avLst/>
          </a:prstGeom>
        </p:spPr>
      </p:pic>
      <p:grpSp>
        <p:nvGrpSpPr>
          <p:cNvPr name="Group 234" id="23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35" id="235"/>
          <p:cNvPicPr>
            <a:picLocks noChangeAspect="true"/>
          </p:cNvPicPr>
          <p:nvPr/>
        </p:nvPicPr>
        <p:blipFill>
          <a:blip r:embed="rId68"/>
          <a:stretch>
            <a:fillRect/>
          </a:stretch>
        </p:blipFill>
        <p:spPr>
          <a:xfrm rot="0">
            <a:off x="4965700" y="7442200"/>
            <a:ext cx="431800" cy="457200"/>
          </a:xfrm>
          <a:prstGeom prst="rect">
            <a:avLst/>
          </a:prstGeom>
        </p:spPr>
      </p:pic>
      <p:grpSp>
        <p:nvGrpSpPr>
          <p:cNvPr name="Group 236" id="23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37" id="237"/>
          <p:cNvPicPr>
            <a:picLocks noChangeAspect="true"/>
          </p:cNvPicPr>
          <p:nvPr/>
        </p:nvPicPr>
        <p:blipFill>
          <a:blip r:embed="rId67"/>
          <a:stretch>
            <a:fillRect/>
          </a:stretch>
        </p:blipFill>
        <p:spPr>
          <a:xfrm rot="0">
            <a:off x="10604500" y="7645400"/>
            <a:ext cx="711200" cy="241300"/>
          </a:xfrm>
          <a:prstGeom prst="rect">
            <a:avLst/>
          </a:prstGeom>
        </p:spPr>
      </p:pic>
      <p:grpSp>
        <p:nvGrpSpPr>
          <p:cNvPr name="Group 238" id="23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39" id="239"/>
          <p:cNvPicPr>
            <a:picLocks noChangeAspect="true"/>
          </p:cNvPicPr>
          <p:nvPr/>
        </p:nvPicPr>
        <p:blipFill>
          <a:blip r:embed="rId68"/>
          <a:stretch>
            <a:fillRect/>
          </a:stretch>
        </p:blipFill>
        <p:spPr>
          <a:xfrm rot="0">
            <a:off x="8293100" y="7442200"/>
            <a:ext cx="431800" cy="457200"/>
          </a:xfrm>
          <a:prstGeom prst="rect">
            <a:avLst/>
          </a:prstGeom>
        </p:spPr>
      </p:pic>
      <p:grpSp>
        <p:nvGrpSpPr>
          <p:cNvPr name="Group 240" id="24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41" id="241"/>
          <p:cNvPicPr>
            <a:picLocks noChangeAspect="true"/>
          </p:cNvPicPr>
          <p:nvPr/>
        </p:nvPicPr>
        <p:blipFill>
          <a:blip r:embed="rId67"/>
          <a:stretch>
            <a:fillRect/>
          </a:stretch>
        </p:blipFill>
        <p:spPr>
          <a:xfrm rot="0">
            <a:off x="7289800" y="5334000"/>
            <a:ext cx="711200" cy="241300"/>
          </a:xfrm>
          <a:prstGeom prst="rect">
            <a:avLst/>
          </a:prstGeom>
        </p:spPr>
      </p:pic>
      <p:grpSp>
        <p:nvGrpSpPr>
          <p:cNvPr name="Group 242" id="24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43" id="243"/>
          <p:cNvPicPr>
            <a:picLocks noChangeAspect="true"/>
          </p:cNvPicPr>
          <p:nvPr/>
        </p:nvPicPr>
        <p:blipFill>
          <a:blip r:embed="rId68"/>
          <a:stretch>
            <a:fillRect/>
          </a:stretch>
        </p:blipFill>
        <p:spPr>
          <a:xfrm rot="0">
            <a:off x="4978400" y="5130800"/>
            <a:ext cx="431800" cy="457200"/>
          </a:xfrm>
          <a:prstGeom prst="rect">
            <a:avLst/>
          </a:prstGeom>
        </p:spPr>
      </p:pic>
      <p:grpSp>
        <p:nvGrpSpPr>
          <p:cNvPr name="Group 244" id="24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45" id="245"/>
          <p:cNvPicPr>
            <a:picLocks noChangeAspect="true"/>
          </p:cNvPicPr>
          <p:nvPr/>
        </p:nvPicPr>
        <p:blipFill>
          <a:blip r:embed="rId67"/>
          <a:stretch>
            <a:fillRect/>
          </a:stretch>
        </p:blipFill>
        <p:spPr>
          <a:xfrm rot="0">
            <a:off x="10617200" y="5321300"/>
            <a:ext cx="711200" cy="241300"/>
          </a:xfrm>
          <a:prstGeom prst="rect">
            <a:avLst/>
          </a:prstGeom>
        </p:spPr>
      </p:pic>
      <p:grpSp>
        <p:nvGrpSpPr>
          <p:cNvPr name="Group 246" id="24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47" id="247"/>
          <p:cNvPicPr>
            <a:picLocks noChangeAspect="true"/>
          </p:cNvPicPr>
          <p:nvPr/>
        </p:nvPicPr>
        <p:blipFill>
          <a:blip r:embed="rId68"/>
          <a:stretch>
            <a:fillRect/>
          </a:stretch>
        </p:blipFill>
        <p:spPr>
          <a:xfrm rot="0">
            <a:off x="8305800" y="5130800"/>
            <a:ext cx="431800" cy="457200"/>
          </a:xfrm>
          <a:prstGeom prst="rect">
            <a:avLst/>
          </a:prstGeom>
        </p:spPr>
      </p:pic>
      <p:grpSp>
        <p:nvGrpSpPr>
          <p:cNvPr name="Group 248" id="24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49" id="249"/>
          <p:cNvPicPr>
            <a:picLocks noChangeAspect="true"/>
          </p:cNvPicPr>
          <p:nvPr/>
        </p:nvPicPr>
        <p:blipFill>
          <a:blip r:embed="rId67"/>
          <a:stretch>
            <a:fillRect/>
          </a:stretch>
        </p:blipFill>
        <p:spPr>
          <a:xfrm rot="0">
            <a:off x="7302500" y="3022600"/>
            <a:ext cx="711200" cy="241300"/>
          </a:xfrm>
          <a:prstGeom prst="rect">
            <a:avLst/>
          </a:prstGeom>
        </p:spPr>
      </p:pic>
      <p:grpSp>
        <p:nvGrpSpPr>
          <p:cNvPr name="Group 250" id="25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51" id="251"/>
          <p:cNvPicPr>
            <a:picLocks noChangeAspect="true"/>
          </p:cNvPicPr>
          <p:nvPr/>
        </p:nvPicPr>
        <p:blipFill>
          <a:blip r:embed="rId68"/>
          <a:stretch>
            <a:fillRect/>
          </a:stretch>
        </p:blipFill>
        <p:spPr>
          <a:xfrm rot="0">
            <a:off x="4991100" y="2819400"/>
            <a:ext cx="431800" cy="457200"/>
          </a:xfrm>
          <a:prstGeom prst="rect">
            <a:avLst/>
          </a:prstGeom>
        </p:spPr>
      </p:pic>
      <p:grpSp>
        <p:nvGrpSpPr>
          <p:cNvPr name="Group 252" id="25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53" id="253"/>
          <p:cNvPicPr>
            <a:picLocks noChangeAspect="true"/>
          </p:cNvPicPr>
          <p:nvPr/>
        </p:nvPicPr>
        <p:blipFill>
          <a:blip r:embed="rId67"/>
          <a:stretch>
            <a:fillRect/>
          </a:stretch>
        </p:blipFill>
        <p:spPr>
          <a:xfrm rot="0">
            <a:off x="10629900" y="3009900"/>
            <a:ext cx="711200" cy="241300"/>
          </a:xfrm>
          <a:prstGeom prst="rect">
            <a:avLst/>
          </a:prstGeom>
        </p:spPr>
      </p:pic>
      <p:grpSp>
        <p:nvGrpSpPr>
          <p:cNvPr name="Group 254" id="25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55" id="255"/>
          <p:cNvPicPr>
            <a:picLocks noChangeAspect="true"/>
          </p:cNvPicPr>
          <p:nvPr/>
        </p:nvPicPr>
        <p:blipFill>
          <a:blip r:embed="rId68"/>
          <a:stretch>
            <a:fillRect/>
          </a:stretch>
        </p:blipFill>
        <p:spPr>
          <a:xfrm rot="0">
            <a:off x="8318500" y="2806700"/>
            <a:ext cx="431800" cy="457200"/>
          </a:xfrm>
          <a:prstGeom prst="rect">
            <a:avLst/>
          </a:prstGeom>
        </p:spPr>
      </p:pic>
      <p:pic>
        <p:nvPicPr>
          <p:cNvPr name="Picture 256" id="256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10058400" y="7416800"/>
            <a:ext cx="1168400" cy="355600"/>
          </a:xfrm>
          <a:prstGeom prst="rect">
            <a:avLst/>
          </a:prstGeom>
        </p:spPr>
      </p:pic>
      <p:pic>
        <p:nvPicPr>
          <p:cNvPr name="Picture 257" id="257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8890000" y="9359900"/>
            <a:ext cx="1435100" cy="266700"/>
          </a:xfrm>
          <a:prstGeom prst="rect">
            <a:avLst/>
          </a:prstGeom>
        </p:spPr>
      </p:pic>
      <p:pic>
        <p:nvPicPr>
          <p:cNvPr name="Picture 258" id="258"/>
          <p:cNvPicPr>
            <a:picLocks noChangeAspect="true"/>
          </p:cNvPicPr>
          <p:nvPr/>
        </p:nvPicPr>
        <p:blipFill>
          <a:blip r:embed="rId69"/>
          <a:stretch>
            <a:fillRect/>
          </a:stretch>
        </p:blipFill>
        <p:spPr>
          <a:xfrm rot="0">
            <a:off x="12128500" y="4152900"/>
            <a:ext cx="2298700" cy="5994400"/>
          </a:xfrm>
          <a:prstGeom prst="rect">
            <a:avLst/>
          </a:prstGeom>
        </p:spPr>
      </p:pic>
      <p:pic>
        <p:nvPicPr>
          <p:cNvPr name="Picture 259" id="259"/>
          <p:cNvPicPr>
            <a:picLocks noChangeAspect="true"/>
          </p:cNvPicPr>
          <p:nvPr/>
        </p:nvPicPr>
        <p:blipFill>
          <a:blip r:embed="rId70"/>
          <a:stretch>
            <a:fillRect/>
          </a:stretch>
        </p:blipFill>
        <p:spPr>
          <a:xfrm rot="0">
            <a:off x="14782800" y="2768600"/>
            <a:ext cx="2298700" cy="7416800"/>
          </a:xfrm>
          <a:prstGeom prst="rect">
            <a:avLst/>
          </a:prstGeom>
        </p:spPr>
      </p:pic>
      <p:pic>
        <p:nvPicPr>
          <p:cNvPr name="Picture 260" id="260"/>
          <p:cNvPicPr>
            <a:picLocks noChangeAspect="true"/>
          </p:cNvPicPr>
          <p:nvPr/>
        </p:nvPicPr>
        <p:blipFill>
          <a:blip r:embed="rId71"/>
          <a:stretch>
            <a:fillRect/>
          </a:stretch>
        </p:blipFill>
        <p:spPr>
          <a:xfrm rot="0">
            <a:off x="12446000" y="3086100"/>
            <a:ext cx="1841500" cy="1041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