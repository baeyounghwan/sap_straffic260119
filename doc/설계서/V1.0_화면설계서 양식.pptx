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
  </p:notesMasterIdLst>
  <p:handoutMasterIdLst>
    <p:handoutMasterId r:id="rId4"/>
  </p:handoutMasterIdLst>
  <p:sldIdLst>
    <p:sldId id="274" r:id="rId2"/>
  </p:sldIdLst>
  <p:sldSz cx="12192000" cy="6858000"/>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ocument Title." id="{B68C2B71-D818-4E74-B3D0-24D0F8C917E3}">
          <p14:sldIdLst/>
        </p14:section>
        <p14:section name="document History." id="{FF903505-45CE-4FDE-900C-B7F30543DFE6}">
          <p14:sldIdLst>
            <p14:sldId id="27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njoyworks" initials="e" lastIdx="1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FFF2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92A87C-AAB4-4837-A6B3-D4D781BEB7A7}" v="33" dt="2019-12-28T09:22:40.226"/>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2384" autoAdjust="0"/>
  </p:normalViewPr>
  <p:slideViewPr>
    <p:cSldViewPr>
      <p:cViewPr varScale="1">
        <p:scale>
          <a:sx n="82" d="100"/>
          <a:sy n="82" d="100"/>
        </p:scale>
        <p:origin x="850"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92" d="100"/>
          <a:sy n="92" d="100"/>
        </p:scale>
        <p:origin x="-3732" y="-9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10" Type="http://schemas.microsoft.com/office/2015/10/relationships/revisionInfo" Target="revisionInfo.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슬라이드 번호 개체 틀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AF36E0AB-72DB-4914-B63B-4064A28DAAD3}" type="slidenum">
              <a:rPr lang="ko-KR" altLang="en-US" smtClean="0"/>
              <a:t>‹#›</a:t>
            </a:fld>
            <a:endParaRPr lang="ko-KR" altLang="en-US"/>
          </a:p>
        </p:txBody>
      </p:sp>
      <p:sp>
        <p:nvSpPr>
          <p:cNvPr id="6" name="바닥글 개체 틀 5"/>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ko-KR" altLang="en-US"/>
          </a:p>
        </p:txBody>
      </p:sp>
    </p:spTree>
    <p:extLst>
      <p:ext uri="{BB962C8B-B14F-4D97-AF65-F5344CB8AC3E}">
        <p14:creationId xmlns:p14="http://schemas.microsoft.com/office/powerpoint/2010/main" val="231769693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98FBB39A-9110-43FD-8DF2-684D1523A0BC}" type="datetime1">
              <a:rPr lang="ko-KR" altLang="en-US" smtClean="0"/>
              <a:t>2026-01-20</a:t>
            </a:fld>
            <a:endParaRPr lang="ko-KR" altLang="en-US"/>
          </a:p>
        </p:txBody>
      </p:sp>
      <p:sp>
        <p:nvSpPr>
          <p:cNvPr id="4" name="슬라이드 이미지 개체 틀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r>
              <a:rPr lang="en-US" altLang="ko-KR"/>
              <a:t>http://enjoyworks.co.kr</a:t>
            </a:r>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C7C86328-D4B1-4A1C-AA9B-B5511E95EE22}" type="slidenum">
              <a:rPr lang="ko-KR" altLang="en-US" smtClean="0"/>
              <a:t>‹#›</a:t>
            </a:fld>
            <a:endParaRPr lang="ko-KR" altLang="en-US"/>
          </a:p>
        </p:txBody>
      </p:sp>
    </p:spTree>
    <p:extLst>
      <p:ext uri="{BB962C8B-B14F-4D97-AF65-F5344CB8AC3E}">
        <p14:creationId xmlns:p14="http://schemas.microsoft.com/office/powerpoint/2010/main" val="2498208439"/>
      </p:ext>
    </p:extLst>
  </p:cSld>
  <p:clrMap bg1="lt1" tx1="dk1" bg2="lt2" tx2="dk2" accent1="accent1" accent2="accent2" accent3="accent3" accent4="accent4" accent5="accent5" accent6="accent6" hlink="hlink" folHlink="folHlink"/>
  <p:hf sldNum="0"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936428" cy="11035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rPr>
              <a:t>Copyrights 201</a:t>
            </a:r>
            <a:r>
              <a:rPr lang="en-US" altLang="ko-KR" sz="600" dirty="0">
                <a:solidFill>
                  <a:srgbClr val="8D95A0"/>
                </a:solidFill>
              </a:rPr>
              <a:t>9</a:t>
            </a:r>
            <a:r>
              <a:rPr sz="600" dirty="0">
                <a:solidFill>
                  <a:srgbClr val="8D95A0"/>
                </a:solidFill>
              </a:rPr>
              <a:t>  ©</a:t>
            </a:r>
            <a:r>
              <a:rPr lang="en-US" altLang="ko-KR" sz="600" dirty="0">
                <a:solidFill>
                  <a:srgbClr val="8D95A0"/>
                </a:solidFill>
              </a:rPr>
              <a:t> </a:t>
            </a:r>
            <a:r>
              <a:rPr lang="en-US" altLang="ko-KR" sz="600" dirty="0">
                <a:solidFill>
                  <a:schemeClr val="bg2">
                    <a:lumMod val="50000"/>
                  </a:schemeClr>
                </a:solidFill>
              </a:rPr>
              <a:t>Your company name</a:t>
            </a:r>
            <a:r>
              <a:rPr sz="600" dirty="0">
                <a:solidFill>
                  <a:srgbClr val="8D95A0"/>
                </a:solidFill>
              </a:rPr>
              <a:t>.  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6496971" cy="23038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sz="600" dirty="0">
                <a:solidFill>
                  <a:srgbClr val="8D95A0"/>
                </a:solidFill>
              </a:rPr>
              <a:t>This report contains information that is confidential and proprietary to petdoc and is solely for the use of Petdoc personnel. No part of it may be used, circulated, quoted, or reproduced for distribution outside</a:t>
            </a:r>
            <a:endParaRPr lang="en-US" sz="600" dirty="0">
              <a:solidFill>
                <a:srgbClr val="8D95A0"/>
              </a:solidFill>
            </a:endParaRP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chemeClr val="bg2">
                    <a:lumMod val="50000"/>
                  </a:schemeClr>
                </a:solidFill>
              </a:rPr>
              <a:t>Your company name</a:t>
            </a:r>
            <a:r>
              <a:rPr lang="en-US" sz="600" dirty="0">
                <a:solidFill>
                  <a:srgbClr val="8D95A0"/>
                </a:solidFill>
              </a:rPr>
              <a:t>. If you are not the intended recipient of this report, you are hereby notified that the use, circulation, quoting, or reproducing of this report is strictly prohibited and may be unlawful.</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FF5A5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i="0" dirty="0"/>
              <a:t>Confidential</a:t>
            </a:r>
          </a:p>
        </p:txBody>
      </p:sp>
    </p:spTree>
    <p:extLst>
      <p:ext uri="{BB962C8B-B14F-4D97-AF65-F5344CB8AC3E}">
        <p14:creationId xmlns:p14="http://schemas.microsoft.com/office/powerpoint/2010/main" val="17018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156045409"/>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4" name="제목 개체 틀 9"/>
          <p:cNvSpPr>
            <a:spLocks noGrp="1"/>
          </p:cNvSpPr>
          <p:nvPr>
            <p:ph type="title" hasCustomPrompt="1"/>
          </p:nvPr>
        </p:nvSpPr>
        <p:spPr>
          <a:xfrm>
            <a:off x="431372" y="2286628"/>
            <a:ext cx="11425269" cy="849577"/>
          </a:xfrm>
          <a:prstGeom prst="rect">
            <a:avLst/>
          </a:prstGeom>
        </p:spPr>
        <p:txBody>
          <a:bodyPr vert="horz" lIns="91440" tIns="45720" rIns="91440" bIns="45720" rtlCol="0" anchor="ctr">
            <a:noAutofit/>
          </a:bodyPr>
          <a:lstStyle>
            <a:lvl1pPr algn="ctr">
              <a:defRPr sz="2800" baseline="0">
                <a:solidFill>
                  <a:schemeClr val="tx1"/>
                </a:solidFill>
              </a:defRPr>
            </a:lvl1pPr>
          </a:lstStyle>
          <a:p>
            <a:r>
              <a:rPr lang="ko-KR" altLang="en-US" dirty="0"/>
              <a:t>메뉴 그룹 타이틀 명 작성</a:t>
            </a:r>
          </a:p>
        </p:txBody>
      </p:sp>
      <p:cxnSp>
        <p:nvCxnSpPr>
          <p:cNvPr id="6" name="직선 연결선 5"/>
          <p:cNvCxnSpPr/>
          <p:nvPr userDrawn="1"/>
        </p:nvCxnSpPr>
        <p:spPr>
          <a:xfrm>
            <a:off x="1687374" y="3236979"/>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 9"/>
          <p:cNvCxnSpPr/>
          <p:nvPr userDrawn="1"/>
        </p:nvCxnSpPr>
        <p:spPr>
          <a:xfrm>
            <a:off x="1687374" y="2180861"/>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텍스트 개체 틀 18"/>
          <p:cNvSpPr>
            <a:spLocks noGrp="1"/>
          </p:cNvSpPr>
          <p:nvPr>
            <p:ph type="body" sz="quarter" idx="10" hasCustomPrompt="1"/>
          </p:nvPr>
        </p:nvSpPr>
        <p:spPr>
          <a:xfrm>
            <a:off x="1687373" y="3332989"/>
            <a:ext cx="8953804" cy="672075"/>
          </a:xfrm>
          <a:prstGeom prst="rect">
            <a:avLst/>
          </a:prstGeom>
        </p:spPr>
        <p:txBody>
          <a:bodyPr anchor="t" anchorCtr="0"/>
          <a:lstStyle>
            <a:lvl1pPr algn="ctr">
              <a:defRPr sz="900" baseline="0">
                <a:solidFill>
                  <a:schemeClr val="bg1">
                    <a:lumMod val="50000"/>
                  </a:schemeClr>
                </a:solidFill>
              </a:defRPr>
            </a:lvl1pPr>
          </a:lstStyle>
          <a:p>
            <a:pPr lvl="0"/>
            <a:r>
              <a:rPr lang="ko-KR" altLang="en-US" dirty="0"/>
              <a:t>메뉴 그룹 하위 </a:t>
            </a:r>
            <a:r>
              <a:rPr lang="en-US" altLang="ko-KR" dirty="0"/>
              <a:t>Depth</a:t>
            </a:r>
            <a:r>
              <a:rPr lang="ko-KR" altLang="en-US" dirty="0"/>
              <a:t>에 대한 개략적인 수록내용 서술</a:t>
            </a:r>
            <a:r>
              <a:rPr lang="en-US" altLang="ko-KR" dirty="0"/>
              <a:t>.</a:t>
            </a:r>
            <a:endParaRPr lang="ko-KR" altLang="en-US" dirty="0"/>
          </a:p>
        </p:txBody>
      </p:sp>
    </p:spTree>
    <p:extLst>
      <p:ext uri="{BB962C8B-B14F-4D97-AF65-F5344CB8AC3E}">
        <p14:creationId xmlns:p14="http://schemas.microsoft.com/office/powerpoint/2010/main" val="1950302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ription">
    <p:spTree>
      <p:nvGrpSpPr>
        <p:cNvPr id="1" name=""/>
        <p:cNvGrpSpPr/>
        <p:nvPr/>
      </p:nvGrpSpPr>
      <p:grpSpPr>
        <a:xfrm>
          <a:off x="0" y="0"/>
          <a:ext cx="0" cy="0"/>
          <a:chOff x="0" y="0"/>
          <a:chExt cx="0" cy="0"/>
        </a:xfrm>
      </p:grpSpPr>
      <p:graphicFrame>
        <p:nvGraphicFramePr>
          <p:cNvPr id="2" name="표 1"/>
          <p:cNvGraphicFramePr>
            <a:graphicFrameLocks noGrp="1"/>
          </p:cNvGraphicFramePr>
          <p:nvPr userDrawn="1">
            <p:extLst>
              <p:ext uri="{D42A27DB-BD31-4B8C-83A1-F6EECF244321}">
                <p14:modId xmlns:p14="http://schemas.microsoft.com/office/powerpoint/2010/main" val="3247006672"/>
              </p:ext>
            </p:extLst>
          </p:nvPr>
        </p:nvGraphicFramePr>
        <p:xfrm>
          <a:off x="47328" y="60081"/>
          <a:ext cx="12095665" cy="6399685"/>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20000"/>
                    </a:ext>
                  </a:extLst>
                </a:gridCol>
                <a:gridCol w="2976331">
                  <a:extLst>
                    <a:ext uri="{9D8B030D-6E8A-4147-A177-3AD203B41FA5}">
                      <a16:colId xmlns:a16="http://schemas.microsoft.com/office/drawing/2014/main" val="20001"/>
                    </a:ext>
                  </a:extLst>
                </a:gridCol>
                <a:gridCol w="1055397">
                  <a:extLst>
                    <a:ext uri="{9D8B030D-6E8A-4147-A177-3AD203B41FA5}">
                      <a16:colId xmlns:a16="http://schemas.microsoft.com/office/drawing/2014/main" val="20002"/>
                    </a:ext>
                  </a:extLst>
                </a:gridCol>
                <a:gridCol w="3361093">
                  <a:extLst>
                    <a:ext uri="{9D8B030D-6E8A-4147-A177-3AD203B41FA5}">
                      <a16:colId xmlns:a16="http://schemas.microsoft.com/office/drawing/2014/main" val="20003"/>
                    </a:ext>
                  </a:extLst>
                </a:gridCol>
                <a:gridCol w="2370770">
                  <a:extLst>
                    <a:ext uri="{9D8B030D-6E8A-4147-A177-3AD203B41FA5}">
                      <a16:colId xmlns:a16="http://schemas.microsoft.com/office/drawing/2014/main" val="20004"/>
                    </a:ext>
                  </a:extLst>
                </a:gridCol>
                <a:gridCol w="555955">
                  <a:extLst>
                    <a:ext uri="{9D8B030D-6E8A-4147-A177-3AD203B41FA5}">
                      <a16:colId xmlns:a16="http://schemas.microsoft.com/office/drawing/2014/main" val="20006"/>
                    </a:ext>
                  </a:extLst>
                </a:gridCol>
                <a:gridCol w="623991">
                  <a:extLst>
                    <a:ext uri="{9D8B030D-6E8A-4147-A177-3AD203B41FA5}">
                      <a16:colId xmlns:a16="http://schemas.microsoft.com/office/drawing/2014/main" val="20007"/>
                    </a:ext>
                  </a:extLst>
                </a:gridCol>
              </a:tblGrid>
              <a:tr h="0">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Page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Group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R w="3175" cap="flat" cmpd="sng" algn="ctr">
                      <a:solidFill>
                        <a:schemeClr val="bg1">
                          <a:lumMod val="85000"/>
                        </a:schemeClr>
                      </a:solidFill>
                      <a:prstDash val="solid"/>
                      <a:round/>
                      <a:headEnd type="none" w="med" len="med"/>
                      <a:tailEnd type="none" w="med" len="med"/>
                    </a:ln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latin typeface="+mn-ea"/>
                          <a:ea typeface="+mn-ea"/>
                        </a:rPr>
                        <a:t>Description.</a:t>
                      </a:r>
                      <a:endParaRPr lang="ko-KR" altLang="en-US" sz="1000" b="1"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dirty="0">
                          <a:solidFill>
                            <a:schemeClr val="tx1"/>
                          </a:solidFill>
                          <a:latin typeface="+mn-ea"/>
                          <a:ea typeface="+mn-ea"/>
                        </a:rPr>
                        <a:t>Page.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r h="6094885">
                <a:tc gridSpan="4">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no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gridSpan="3">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T w="3175" cap="flat" cmpd="sng" algn="ctr">
                      <a:solidFill>
                        <a:schemeClr val="bg1">
                          <a:lumMod val="85000"/>
                        </a:schemeClr>
                      </a:solidFill>
                      <a:prstDash val="solid"/>
                      <a:round/>
                      <a:headEnd type="none" w="med" len="med"/>
                      <a:tailEnd type="none" w="med" len="med"/>
                    </a:lnT>
                    <a:no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22" name="텍스트 개체 틀 18"/>
          <p:cNvSpPr>
            <a:spLocks noGrp="1"/>
          </p:cNvSpPr>
          <p:nvPr>
            <p:ph type="body" sz="quarter" idx="10" hasCustomPrompt="1"/>
          </p:nvPr>
        </p:nvSpPr>
        <p:spPr>
          <a:xfrm>
            <a:off x="1199457" y="110748"/>
            <a:ext cx="2965331"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페이지 명 작성</a:t>
            </a:r>
          </a:p>
        </p:txBody>
      </p:sp>
      <p:sp>
        <p:nvSpPr>
          <p:cNvPr id="23" name="텍스트 개체 틀 18"/>
          <p:cNvSpPr>
            <a:spLocks noGrp="1"/>
          </p:cNvSpPr>
          <p:nvPr>
            <p:ph type="body" sz="quarter" idx="11" hasCustomPrompt="1"/>
          </p:nvPr>
        </p:nvSpPr>
        <p:spPr>
          <a:xfrm>
            <a:off x="5231904" y="110748"/>
            <a:ext cx="3329469"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그룹 타이틀 명 작성</a:t>
            </a:r>
          </a:p>
        </p:txBody>
      </p:sp>
    </p:spTree>
    <p:extLst>
      <p:ext uri="{BB962C8B-B14F-4D97-AF65-F5344CB8AC3E}">
        <p14:creationId xmlns:p14="http://schemas.microsoft.com/office/powerpoint/2010/main" val="23773207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2684482"/>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5" r:id="rId3"/>
    <p:sldLayoutId id="2147483650" r:id="rId4"/>
  </p:sldLayoutIdLst>
  <p:hf hdr="0" ftr="0" dt="0"/>
  <p:txStyles>
    <p:titleStyle>
      <a:lvl1pPr algn="l" defTabSz="914400" rtl="0" eaLnBrk="1" latinLnBrk="1" hangingPunct="1">
        <a:spcBef>
          <a:spcPct val="0"/>
        </a:spcBef>
        <a:buNone/>
        <a:defRPr sz="3000" kern="1200">
          <a:solidFill>
            <a:schemeClr val="tx1"/>
          </a:solidFill>
          <a:latin typeface="+mj-lt"/>
          <a:ea typeface="+mj-ea"/>
          <a:cs typeface="+mj-cs"/>
        </a:defRPr>
      </a:lvl1pPr>
    </p:titleStyle>
    <p:bodyStyle>
      <a:lvl1pPr marL="0" indent="0" algn="l" defTabSz="914400" rtl="0" eaLnBrk="1" latinLnBrk="1"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32E285E0-25D1-4806-B9DF-3590BD92D435}"/>
              </a:ext>
            </a:extLst>
          </p:cNvPr>
          <p:cNvSpPr>
            <a:spLocks noGrp="1"/>
          </p:cNvSpPr>
          <p:nvPr>
            <p:ph type="body" sz="quarter" idx="10"/>
          </p:nvPr>
        </p:nvSpPr>
        <p:spPr/>
        <p:txBody>
          <a:bodyPr/>
          <a:lstStyle/>
          <a:p>
            <a:endParaRPr lang="ko-KR" altLang="en-US"/>
          </a:p>
        </p:txBody>
      </p:sp>
      <p:sp>
        <p:nvSpPr>
          <p:cNvPr id="5" name="텍스트 개체 틀 4">
            <a:extLst>
              <a:ext uri="{FF2B5EF4-FFF2-40B4-BE49-F238E27FC236}">
                <a16:creationId xmlns:a16="http://schemas.microsoft.com/office/drawing/2014/main" id="{181CE6EC-43A5-4409-9C12-1C3782E8CB22}"/>
              </a:ext>
            </a:extLst>
          </p:cNvPr>
          <p:cNvSpPr>
            <a:spLocks noGrp="1"/>
          </p:cNvSpPr>
          <p:nvPr>
            <p:ph type="body" sz="quarter" idx="11"/>
          </p:nvPr>
        </p:nvSpPr>
        <p:spPr/>
        <p:txBody>
          <a:bodyPr/>
          <a:lstStyle/>
          <a:p>
            <a:endParaRPr lang="ko-KR" altLang="en-US"/>
          </a:p>
        </p:txBody>
      </p:sp>
      <p:graphicFrame>
        <p:nvGraphicFramePr>
          <p:cNvPr id="7"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Summery</a:t>
                      </a:r>
                      <a:r>
                        <a:rPr lang="ko-KR" altLang="en-US" sz="800" b="0" dirty="0">
                          <a:solidFill>
                            <a:schemeClr val="tx1"/>
                          </a:solidFill>
                          <a:latin typeface="+mn-ea"/>
                          <a:ea typeface="+mn-ea"/>
                          <a:sym typeface="맑은 고딕"/>
                        </a:rPr>
                        <a:t>에는 해당 페이지와 관련된 요약사항을 정리해주세요</a:t>
                      </a:r>
                      <a:r>
                        <a:rPr lang="en-US" altLang="ko-KR" sz="800" b="0" dirty="0">
                          <a:solidFill>
                            <a:schemeClr val="tx1"/>
                          </a:solidFill>
                          <a:latin typeface="+mn-ea"/>
                          <a:ea typeface="+mn-ea"/>
                          <a:sym typeface="맑은 고딕"/>
                        </a:rPr>
                        <a:t>.</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Content_#001</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Content_#002</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241592">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241592">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endParaRPr kumimoji="1" lang="ko-KR" altLang="en-US" sz="850" dirty="0">
                        <a:solidFill>
                          <a:schemeClr val="tx1"/>
                        </a:solidFill>
                        <a:latin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241592">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241592">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endParaRPr kumimoji="1" lang="ko-KR" altLang="en-US" sz="850" dirty="0">
                        <a:solidFill>
                          <a:schemeClr val="tx1"/>
                        </a:solidFill>
                        <a:latin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241592">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241592">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r h="241592">
                <a:tc>
                  <a:txBody>
                    <a:bodyPr/>
                    <a:lstStyle/>
                    <a:p>
                      <a:pPr algn="ctr" latinLnBrk="1">
                        <a:lnSpc>
                          <a:spcPct val="120000"/>
                        </a:lnSpc>
                      </a:pPr>
                      <a:r>
                        <a:rPr lang="en-US" altLang="ko-KR" sz="850" b="0" dirty="0">
                          <a:latin typeface="+mn-ea"/>
                          <a:ea typeface="+mn-ea"/>
                        </a:rPr>
                        <a:t>7</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199453169"/>
                  </a:ext>
                </a:extLst>
              </a:tr>
            </a:tbl>
          </a:graphicData>
        </a:graphic>
      </p:graphicFrame>
      <p:sp>
        <p:nvSpPr>
          <p:cNvPr id="8"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1</a:t>
            </a:fld>
            <a:endParaRPr lang="ko-KR" altLang="en-US" sz="900" dirty="0"/>
          </a:p>
        </p:txBody>
      </p:sp>
      <p:sp>
        <p:nvSpPr>
          <p:cNvPr id="3" name="TextBox 2">
            <a:extLst>
              <a:ext uri="{FF2B5EF4-FFF2-40B4-BE49-F238E27FC236}">
                <a16:creationId xmlns:a16="http://schemas.microsoft.com/office/drawing/2014/main" id="{AFFB7AC1-4F4D-81D4-E249-A85C2E3D2518}"/>
              </a:ext>
            </a:extLst>
          </p:cNvPr>
          <p:cNvSpPr txBox="1"/>
          <p:nvPr/>
        </p:nvSpPr>
        <p:spPr>
          <a:xfrm>
            <a:off x="1415480" y="1844822"/>
            <a:ext cx="6097554" cy="369332"/>
          </a:xfrm>
          <a:prstGeom prst="rect">
            <a:avLst/>
          </a:prstGeom>
          <a:noFill/>
        </p:spPr>
        <p:txBody>
          <a:bodyPr wrap="square">
            <a:spAutoFit/>
          </a:bodyPr>
          <a:lstStyle/>
          <a:p>
            <a:r>
              <a:rPr lang="ko-KR" altLang="en-US" dirty="0"/>
              <a:t>https://m.blog.naver.com/soomichip_/223128859692</a:t>
            </a:r>
          </a:p>
        </p:txBody>
      </p:sp>
    </p:spTree>
    <p:extLst>
      <p:ext uri="{BB962C8B-B14F-4D97-AF65-F5344CB8AC3E}">
        <p14:creationId xmlns:p14="http://schemas.microsoft.com/office/powerpoint/2010/main" val="375987948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Black Tie</Template>
  <TotalTime>3224</TotalTime>
  <Words>40</Words>
  <Application>Microsoft Office PowerPoint</Application>
  <PresentationFormat>와이드스크린</PresentationFormat>
  <Paragraphs>14</Paragraphs>
  <Slides>1</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vt:i4>
      </vt:variant>
    </vt:vector>
  </HeadingPairs>
  <TitlesOfParts>
    <vt:vector size="4" baseType="lpstr">
      <vt:lpstr>맑은 고딕</vt:lpstr>
      <vt:lpstr>Arial</vt:lpstr>
      <vt:lpstr>Office 테마</vt:lpstr>
      <vt:lpstr>PowerPoint 프레젠테이션</vt:lpstr>
    </vt:vector>
  </TitlesOfParts>
  <LinksUpToDate>false</LinksUpToDate>
  <SharedDoc>false</SharedDoc>
  <HyperlinkBase>http://www.yamestyle.com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화면설계서 양식_v1.0</dc:title>
  <dc:creator>yamestyle.com</dc:creator>
  <cp:keywords>야메군</cp:keywords>
  <dc:description>본 문서는 공개 배포용으로 작성된 양식으로 저작권 없이 마음껏 사용하실 수 있습니다.</dc:description>
  <cp:lastModifiedBy>User</cp:lastModifiedBy>
  <cp:revision>105</cp:revision>
  <cp:lastPrinted>2019-05-29T05:54:36Z</cp:lastPrinted>
  <dcterms:created xsi:type="dcterms:W3CDTF">2019-03-11T07:43:12Z</dcterms:created>
  <dcterms:modified xsi:type="dcterms:W3CDTF">2026-01-20T05:22:21Z</dcterms:modified>
</cp:coreProperties>
</file>