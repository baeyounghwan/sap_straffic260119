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14.png" Type="http://schemas.openxmlformats.org/officeDocument/2006/relationships/image"/><Relationship Id="rId24" Target="../media/image15.png" Type="http://schemas.openxmlformats.org/officeDocument/2006/relationships/image"/><Relationship Id="rId25" Target="../media/image16.png" Type="http://schemas.openxmlformats.org/officeDocument/2006/relationships/image"/><Relationship Id="rId26" Target="../media/image17.png" Type="http://schemas.openxmlformats.org/officeDocument/2006/relationships/image"/><Relationship Id="rId27" Target="../media/image18.png" Type="http://schemas.openxmlformats.org/officeDocument/2006/relationships/image"/><Relationship Id="rId28" Target="../media/image32.png" Type="http://schemas.openxmlformats.org/officeDocument/2006/relationships/image"/><Relationship Id="rId29" Target="../media/image20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79600" y="5283200"/>
            <a:ext cx="1803400" cy="6350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49" id="49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17500" y="4953000"/>
            <a:ext cx="13944600" cy="3683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797300" y="4737100"/>
            <a:ext cx="7150100" cy="1104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9893300" y="5346700"/>
            <a:ext cx="800100" cy="330200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4" id="64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5232400" y="5257800"/>
            <a:ext cx="203200" cy="2032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435600" y="5181600"/>
            <a:ext cx="838200" cy="406400"/>
          </a:xfrm>
          <a:prstGeom prst="rect">
            <a:avLst/>
          </a:prstGeom>
        </p:spPr>
      </p:pic>
      <p:grpSp>
        <p:nvGrpSpPr>
          <p:cNvPr name="Group 69" id="6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0" id="7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7302500" y="5257800"/>
            <a:ext cx="190500" cy="190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7505700" y="5194300"/>
            <a:ext cx="1028700" cy="393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6248400" y="5257800"/>
            <a:ext cx="190500" cy="190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451600" y="5194300"/>
            <a:ext cx="889000" cy="393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4241800" y="5207000"/>
            <a:ext cx="889000" cy="3937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496300" y="5257800"/>
            <a:ext cx="190500" cy="190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699500" y="5181600"/>
            <a:ext cx="1104900" cy="4064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038600" y="5486400"/>
            <a:ext cx="190500" cy="1905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7315200" y="5473700"/>
            <a:ext cx="203200" cy="2032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4038600" y="5257800"/>
            <a:ext cx="203200" cy="2032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3759200"/>
            <a:ext cx="5486400" cy="127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4533900"/>
            <a:ext cx="5486400" cy="127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5359400"/>
            <a:ext cx="5486400" cy="12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7226300"/>
            <a:ext cx="5486400" cy="127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8039100"/>
            <a:ext cx="5486400" cy="127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8851900"/>
            <a:ext cx="5486400" cy="12700"/>
          </a:xfrm>
          <a:prstGeom prst="rect">
            <a:avLst/>
          </a:prstGeom>
        </p:spPr>
      </p:pic>
      <p:pic>
        <p:nvPicPr>
          <p:cNvPr name="Picture 94" id="94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810000" y="7835900"/>
            <a:ext cx="7035800" cy="1905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5400000">
            <a:off x="10020300" y="6705600"/>
            <a:ext cx="1828800" cy="190500"/>
          </a:xfrm>
          <a:prstGeom prst="rect">
            <a:avLst/>
          </a:prstGeom>
        </p:spPr>
      </p:pic>
      <p:grpSp>
        <p:nvGrpSpPr>
          <p:cNvPr name="Group 96" id="9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7" id="9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2141200" y="9334500"/>
            <a:ext cx="5486400" cy="127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4241800" y="5422900"/>
            <a:ext cx="1028700" cy="393700"/>
          </a:xfrm>
          <a:prstGeom prst="rect">
            <a:avLst/>
          </a:prstGeom>
        </p:spPr>
      </p:pic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5232400" y="5486400"/>
            <a:ext cx="190500" cy="190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435600" y="5422900"/>
            <a:ext cx="876300" cy="3937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6261100" y="5486400"/>
            <a:ext cx="190500" cy="1905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6464300" y="5422900"/>
            <a:ext cx="762000" cy="3937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7518400" y="5422900"/>
            <a:ext cx="876300" cy="60960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496300" y="5486400"/>
            <a:ext cx="190500" cy="190500"/>
          </a:xfrm>
          <a:prstGeom prst="rect">
            <a:avLst/>
          </a:prstGeom>
        </p:spPr>
      </p:pic>
      <p:pic>
        <p:nvPicPr>
          <p:cNvPr name="Picture 110" id="110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699500" y="5422900"/>
            <a:ext cx="889000" cy="3937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982200" y="5321300"/>
            <a:ext cx="444500" cy="40640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597400" y="4889500"/>
            <a:ext cx="1092200" cy="2286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4572000" y="4838700"/>
            <a:ext cx="1155700" cy="3048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975100" y="4826000"/>
            <a:ext cx="584200" cy="406400"/>
          </a:xfrm>
          <a:prstGeom prst="rect">
            <a:avLst/>
          </a:prstGeom>
        </p:spPr>
      </p:pic>
      <p:grpSp>
        <p:nvGrpSpPr>
          <p:cNvPr name="Group 117" id="1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8" id="1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9" id="11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375400" y="4889500"/>
            <a:ext cx="1092200" cy="2286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6350000" y="4838700"/>
            <a:ext cx="1155700" cy="3048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5905500" y="4851400"/>
            <a:ext cx="444500" cy="609600"/>
          </a:xfrm>
          <a:prstGeom prst="rect">
            <a:avLst/>
          </a:prstGeom>
        </p:spPr>
      </p:pic>
      <p:grpSp>
        <p:nvGrpSpPr>
          <p:cNvPr name="Group 122" id="1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3" id="12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485900" y="4965700"/>
            <a:ext cx="482600" cy="482600"/>
          </a:xfrm>
          <a:prstGeom prst="rect">
            <a:avLst/>
          </a:prstGeom>
        </p:spPr>
      </p:pic>
      <p:pic>
        <p:nvPicPr>
          <p:cNvPr name="Picture 124" id="12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485900" y="4940300"/>
            <a:ext cx="736600" cy="749300"/>
          </a:xfrm>
          <a:prstGeom prst="rect">
            <a:avLst/>
          </a:prstGeom>
        </p:spPr>
      </p:pic>
      <p:grpSp>
        <p:nvGrpSpPr>
          <p:cNvPr name="Group 125" id="1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6" id="126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4102100" y="4406900"/>
            <a:ext cx="482600" cy="482600"/>
          </a:xfrm>
          <a:prstGeom prst="rect">
            <a:avLst/>
          </a:prstGeom>
        </p:spPr>
      </p:pic>
      <p:pic>
        <p:nvPicPr>
          <p:cNvPr name="Picture 127" id="127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4089400" y="4381500"/>
            <a:ext cx="749300" cy="74930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6019800" y="4394200"/>
            <a:ext cx="482600" cy="482600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6007100" y="4368800"/>
            <a:ext cx="711200" cy="762000"/>
          </a:xfrm>
          <a:prstGeom prst="rect">
            <a:avLst/>
          </a:prstGeom>
        </p:spPr>
      </p:pic>
      <p:grpSp>
        <p:nvGrpSpPr>
          <p:cNvPr name="Group 131" id="1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2" id="132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3594100" y="5041900"/>
            <a:ext cx="482600" cy="482600"/>
          </a:xfrm>
          <a:prstGeom prst="rect">
            <a:avLst/>
          </a:prstGeom>
        </p:spPr>
      </p:pic>
      <p:pic>
        <p:nvPicPr>
          <p:cNvPr name="Picture 133" id="133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3594100" y="5029200"/>
            <a:ext cx="685800" cy="132080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9652000" y="4889500"/>
            <a:ext cx="482600" cy="48260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9652000" y="4876800"/>
            <a:ext cx="685800" cy="1320800"/>
          </a:xfrm>
          <a:prstGeom prst="rect">
            <a:avLst/>
          </a:prstGeom>
        </p:spPr>
      </p:pic>
      <p:grpSp>
        <p:nvGrpSpPr>
          <p:cNvPr name="Group 137" id="1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8" id="138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3568700" y="5740400"/>
            <a:ext cx="482600" cy="482600"/>
          </a:xfrm>
          <a:prstGeom prst="rect">
            <a:avLst/>
          </a:prstGeom>
        </p:spPr>
      </p:pic>
      <p:pic>
        <p:nvPicPr>
          <p:cNvPr name="Picture 139" id="13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556000" y="5715000"/>
            <a:ext cx="711200" cy="762000"/>
          </a:xfrm>
          <a:prstGeom prst="rect">
            <a:avLst/>
          </a:prstGeom>
        </p:spPr>
      </p:pic>
      <p:pic>
        <p:nvPicPr>
          <p:cNvPr name="Picture 140" id="14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2153900" y="3302000"/>
            <a:ext cx="5715000" cy="7023100"/>
          </a:xfrm>
          <a:prstGeom prst="rect">
            <a:avLst/>
          </a:prstGeom>
        </p:spPr>
      </p:pic>
      <p:grpSp>
        <p:nvGrpSpPr>
          <p:cNvPr name="Group 141" id="1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2" id="142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43" id="143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0947400" y="7454900"/>
            <a:ext cx="482600" cy="482600"/>
          </a:xfrm>
          <a:prstGeom prst="rect">
            <a:avLst/>
          </a:prstGeom>
        </p:spPr>
      </p:pic>
      <p:pic>
        <p:nvPicPr>
          <p:cNvPr name="Picture 146" id="146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0947400" y="7429500"/>
            <a:ext cx="711200" cy="749300"/>
          </a:xfrm>
          <a:prstGeom prst="rect">
            <a:avLst/>
          </a:prstGeom>
        </p:spPr>
      </p:pic>
      <p:grpSp>
        <p:nvGrpSpPr>
          <p:cNvPr name="Group 147" id="1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8" id="148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