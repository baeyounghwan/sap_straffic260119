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58" Target="../media/image61.png" Type="http://schemas.openxmlformats.org/officeDocument/2006/relationships/image"/><Relationship Id="rId59" Target="../media/image62.png" Type="http://schemas.openxmlformats.org/officeDocument/2006/relationships/image"/><Relationship Id="rId6" Target="../media/image5.png" Type="http://schemas.openxmlformats.org/officeDocument/2006/relationships/image"/><Relationship Id="rId60" Target="../media/image63.png" Type="http://schemas.openxmlformats.org/officeDocument/2006/relationships/image"/><Relationship Id="rId61" Target="../media/image64.png" Type="http://schemas.openxmlformats.org/officeDocument/2006/relationships/image"/><Relationship Id="rId62" Target="../media/image65.png" Type="http://schemas.openxmlformats.org/officeDocument/2006/relationships/image"/><Relationship Id="rId63" Target="../media/image66.png" Type="http://schemas.openxmlformats.org/officeDocument/2006/relationships/image"/><Relationship Id="rId64" Target="../media/image67.png" Type="http://schemas.openxmlformats.org/officeDocument/2006/relationships/image"/><Relationship Id="rId65" Target="../media/image68.png" Type="http://schemas.openxmlformats.org/officeDocument/2006/relationships/image"/><Relationship Id="rId66" Target="../media/image69.png" Type="http://schemas.openxmlformats.org/officeDocument/2006/relationships/image"/><Relationship Id="rId67" Target="../media/image70.png" Type="http://schemas.openxmlformats.org/officeDocument/2006/relationships/image"/><Relationship Id="rId68" Target="../media/image71.png" Type="http://schemas.openxmlformats.org/officeDocument/2006/relationships/image"/><Relationship Id="rId69" Target="../media/image72.png" Type="http://schemas.openxmlformats.org/officeDocument/2006/relationships/image"/><Relationship Id="rId7" Target="../media/image6.png" Type="http://schemas.openxmlformats.org/officeDocument/2006/relationships/image"/><Relationship Id="rId70" Target="../media/image73.png" Type="http://schemas.openxmlformats.org/officeDocument/2006/relationships/image"/><Relationship Id="rId71" Target="../media/image74.png" Type="http://schemas.openxmlformats.org/officeDocument/2006/relationships/image"/><Relationship Id="rId72" Target="../media/image75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76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7.png" Type="http://schemas.openxmlformats.org/officeDocument/2006/relationships/image"/><Relationship Id="rId33" Target="../media/image38.png" Type="http://schemas.openxmlformats.org/officeDocument/2006/relationships/image"/><Relationship Id="rId34" Target="../media/image39.png" Type="http://schemas.openxmlformats.org/officeDocument/2006/relationships/image"/><Relationship Id="rId35" Target="../media/image65.png" Type="http://schemas.openxmlformats.org/officeDocument/2006/relationships/image"/><Relationship Id="rId36" Target="../media/image66.png" Type="http://schemas.openxmlformats.org/officeDocument/2006/relationships/image"/><Relationship Id="rId37" Target="../media/image77.png" Type="http://schemas.openxmlformats.org/officeDocument/2006/relationships/image"/><Relationship Id="rId38" Target="../media/image42.png" Type="http://schemas.openxmlformats.org/officeDocument/2006/relationships/image"/><Relationship Id="rId39" Target="../media/image43.png" Type="http://schemas.openxmlformats.org/officeDocument/2006/relationships/image"/><Relationship Id="rId4" Target="../media/image3.png" Type="http://schemas.openxmlformats.org/officeDocument/2006/relationships/image"/><Relationship Id="rId40" Target="../media/image44.png" Type="http://schemas.openxmlformats.org/officeDocument/2006/relationships/image"/><Relationship Id="rId41" Target="../media/image45.png" Type="http://schemas.openxmlformats.org/officeDocument/2006/relationships/image"/><Relationship Id="rId42" Target="../media/image46.png" Type="http://schemas.openxmlformats.org/officeDocument/2006/relationships/image"/><Relationship Id="rId43" Target="../media/image47.png" Type="http://schemas.openxmlformats.org/officeDocument/2006/relationships/image"/><Relationship Id="rId44" Target="../media/image48.png" Type="http://schemas.openxmlformats.org/officeDocument/2006/relationships/image"/><Relationship Id="rId45" Target="../media/image51.png" Type="http://schemas.openxmlformats.org/officeDocument/2006/relationships/image"/><Relationship Id="rId46" Target="../media/image52.png" Type="http://schemas.openxmlformats.org/officeDocument/2006/relationships/image"/><Relationship Id="rId47" Target="../media/image53.png" Type="http://schemas.openxmlformats.org/officeDocument/2006/relationships/image"/><Relationship Id="rId48" Target="../media/image54.png" Type="http://schemas.openxmlformats.org/officeDocument/2006/relationships/image"/><Relationship Id="rId49" Target="../media/image55.png" Type="http://schemas.openxmlformats.org/officeDocument/2006/relationships/image"/><Relationship Id="rId5" Target="../media/image4.png" Type="http://schemas.openxmlformats.org/officeDocument/2006/relationships/image"/><Relationship Id="rId50" Target="../media/image78.png" Type="http://schemas.openxmlformats.org/officeDocument/2006/relationships/image"/><Relationship Id="rId51" Target="../media/image57.png" Type="http://schemas.openxmlformats.org/officeDocument/2006/relationships/image"/><Relationship Id="rId52" Target="../media/image79.png" Type="http://schemas.openxmlformats.org/officeDocument/2006/relationships/image"/><Relationship Id="rId53" Target="../media/image59.png" Type="http://schemas.openxmlformats.org/officeDocument/2006/relationships/image"/><Relationship Id="rId54" Target="../media/image60.png" Type="http://schemas.openxmlformats.org/officeDocument/2006/relationships/image"/><Relationship Id="rId55" Target="../media/image80.png" Type="http://schemas.openxmlformats.org/officeDocument/2006/relationships/image"/><Relationship Id="rId56" Target="../media/image62.png" Type="http://schemas.openxmlformats.org/officeDocument/2006/relationships/image"/><Relationship Id="rId57" Target="../media/image63.png" Type="http://schemas.openxmlformats.org/officeDocument/2006/relationships/image"/><Relationship Id="rId58" Target="../media/image81.png" Type="http://schemas.openxmlformats.org/officeDocument/2006/relationships/image"/><Relationship Id="rId59" Target="../media/image49.png" Type="http://schemas.openxmlformats.org/officeDocument/2006/relationships/image"/><Relationship Id="rId6" Target="../media/image5.png" Type="http://schemas.openxmlformats.org/officeDocument/2006/relationships/image"/><Relationship Id="rId60" Target="../media/image50.png" Type="http://schemas.openxmlformats.org/officeDocument/2006/relationships/image"/><Relationship Id="rId61" Target="../media/image35.png" Type="http://schemas.openxmlformats.org/officeDocument/2006/relationships/image"/><Relationship Id="rId62" Target="../media/image36.png" Type="http://schemas.openxmlformats.org/officeDocument/2006/relationships/image"/><Relationship Id="rId63" Target="../media/image40.png" Type="http://schemas.openxmlformats.org/officeDocument/2006/relationships/image"/><Relationship Id="rId64" Target="../media/image41.png" Type="http://schemas.openxmlformats.org/officeDocument/2006/relationships/image"/><Relationship Id="rId65" Target="../media/image68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83000" y="-9144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" y="26035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515600" cy="1066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879600" y="4635500"/>
            <a:ext cx="1803400" cy="6350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6" id="5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7" id="5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grpSp>
        <p:nvGrpSpPr>
          <p:cNvPr name="Group 58" id="5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7162800" y="3111500"/>
            <a:ext cx="3390900" cy="698500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2" id="6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8877300" y="3797300"/>
            <a:ext cx="2057400" cy="711200"/>
          </a:xfrm>
          <a:prstGeom prst="rect">
            <a:avLst/>
          </a:prstGeom>
        </p:spPr>
      </p:pic>
      <p:grpSp>
        <p:nvGrpSpPr>
          <p:cNvPr name="Group 63" id="6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4" id="6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grpSp>
        <p:nvGrpSpPr>
          <p:cNvPr name="Group 66" id="6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7" id="6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524000" y="4381500"/>
            <a:ext cx="482600" cy="4826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11300" y="4368800"/>
            <a:ext cx="736600" cy="749300"/>
          </a:xfrm>
          <a:prstGeom prst="rect">
            <a:avLst/>
          </a:prstGeom>
        </p:spPr>
      </p:pic>
      <p:grpSp>
        <p:nvGrpSpPr>
          <p:cNvPr name="Group 69" id="6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0" id="70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3797300" y="7340600"/>
            <a:ext cx="2197100" cy="14097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3797300" y="8051800"/>
            <a:ext cx="2184400" cy="8255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3797300" y="4775200"/>
            <a:ext cx="7150100" cy="508000"/>
          </a:xfrm>
          <a:prstGeom prst="rect">
            <a:avLst/>
          </a:prstGeom>
        </p:spPr>
      </p:pic>
      <p:grpSp>
        <p:nvGrpSpPr>
          <p:cNvPr name="Group 73" id="7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4" id="74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261100" y="7340600"/>
            <a:ext cx="2197100" cy="14097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6286500" y="7962900"/>
            <a:ext cx="2171700" cy="9017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3784600" y="5473700"/>
            <a:ext cx="7150100" cy="14478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9740900" y="7632700"/>
            <a:ext cx="203200" cy="2921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8737600" y="7340600"/>
            <a:ext cx="2197100" cy="1409700"/>
          </a:xfrm>
          <a:prstGeom prst="rect">
            <a:avLst/>
          </a:prstGeom>
        </p:spPr>
      </p:pic>
      <p:grpSp>
        <p:nvGrpSpPr>
          <p:cNvPr name="Group 79" id="7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0" id="80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8826500" y="7988300"/>
            <a:ext cx="2006600" cy="7366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8826500" y="8242300"/>
            <a:ext cx="2006600" cy="7366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8826500" y="8509000"/>
            <a:ext cx="2006600" cy="7366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3810000" y="8661400"/>
            <a:ext cx="4140200" cy="5334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3810000" y="6997700"/>
            <a:ext cx="1435100" cy="5207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6261100" y="6997700"/>
            <a:ext cx="2006600" cy="7620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8674100" y="6985000"/>
            <a:ext cx="1130300" cy="5207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9" id="8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0" id="90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6096000" y="5778500"/>
            <a:ext cx="914400" cy="9144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6121400" y="5486400"/>
            <a:ext cx="952500" cy="520700"/>
          </a:xfrm>
          <a:prstGeom prst="rect">
            <a:avLst/>
          </a:prstGeom>
        </p:spPr>
      </p:pic>
      <p:pic>
        <p:nvPicPr>
          <p:cNvPr name="Picture 92" id="92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6184900" y="6578600"/>
            <a:ext cx="825500" cy="660400"/>
          </a:xfrm>
          <a:prstGeom prst="rect">
            <a:avLst/>
          </a:prstGeom>
        </p:spPr>
      </p:pic>
      <p:grpSp>
        <p:nvGrpSpPr>
          <p:cNvPr name="Group 93" id="9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7861300" y="5778500"/>
            <a:ext cx="914400" cy="9144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7975600" y="5486400"/>
            <a:ext cx="774700" cy="5207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7962900" y="6578600"/>
            <a:ext cx="800100" cy="660400"/>
          </a:xfrm>
          <a:prstGeom prst="rect">
            <a:avLst/>
          </a:prstGeom>
        </p:spPr>
      </p:pic>
      <p:grpSp>
        <p:nvGrpSpPr>
          <p:cNvPr name="Group 98" id="9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9" id="99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9652000" y="5854700"/>
            <a:ext cx="749300" cy="7493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9550400" y="5499100"/>
            <a:ext cx="1066800" cy="520700"/>
          </a:xfrm>
          <a:prstGeom prst="rect">
            <a:avLst/>
          </a:prstGeom>
        </p:spPr>
      </p:pic>
      <p:pic>
        <p:nvPicPr>
          <p:cNvPr name="Picture 101" id="101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9842500" y="6578600"/>
            <a:ext cx="482600" cy="6604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4229100" y="5511800"/>
            <a:ext cx="774700" cy="7620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4102100" y="6019800"/>
            <a:ext cx="1282700" cy="673100"/>
          </a:xfrm>
          <a:prstGeom prst="rect">
            <a:avLst/>
          </a:prstGeom>
        </p:spPr>
      </p:pic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8839200" y="7226300"/>
            <a:ext cx="2006600" cy="7366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8839200" y="7480300"/>
            <a:ext cx="2006600" cy="736600"/>
          </a:xfrm>
          <a:prstGeom prst="rect">
            <a:avLst/>
          </a:prstGeom>
        </p:spPr>
      </p:pic>
      <p:pic>
        <p:nvPicPr>
          <p:cNvPr name="Picture 107" id="10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8839200" y="7747000"/>
            <a:ext cx="2006600" cy="736600"/>
          </a:xfrm>
          <a:prstGeom prst="rect">
            <a:avLst/>
          </a:prstGeom>
        </p:spPr>
      </p:pic>
      <p:pic>
        <p:nvPicPr>
          <p:cNvPr name="Picture 108" id="108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2153900" y="3302000"/>
            <a:ext cx="5600700" cy="4927600"/>
          </a:xfrm>
          <a:prstGeom prst="rect">
            <a:avLst/>
          </a:prstGeom>
        </p:spPr>
      </p:pic>
      <p:grpSp>
        <p:nvGrpSpPr>
          <p:cNvPr name="Group 109" id="10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0" id="110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111" id="111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pic>
        <p:nvPicPr>
          <p:cNvPr name="Picture 112" id="112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3835400" y="4787900"/>
            <a:ext cx="2032000" cy="1016000"/>
          </a:xfrm>
          <a:prstGeom prst="rect">
            <a:avLst/>
          </a:prstGeom>
        </p:spPr>
      </p:pic>
      <p:grpSp>
        <p:nvGrpSpPr>
          <p:cNvPr name="Group 113" id="1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4" id="114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3378200" y="4394200"/>
            <a:ext cx="482600" cy="482600"/>
          </a:xfrm>
          <a:prstGeom prst="rect">
            <a:avLst/>
          </a:prstGeom>
        </p:spPr>
      </p:pic>
      <p:pic>
        <p:nvPicPr>
          <p:cNvPr name="Picture 115" id="115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3365500" y="4368800"/>
            <a:ext cx="749300" cy="749300"/>
          </a:xfrm>
          <a:prstGeom prst="rect">
            <a:avLst/>
          </a:prstGeom>
        </p:spPr>
      </p:pic>
      <p:grpSp>
        <p:nvGrpSpPr>
          <p:cNvPr name="Group 116" id="1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7" id="11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3683000" y="5283200"/>
            <a:ext cx="482600" cy="482600"/>
          </a:xfrm>
          <a:prstGeom prst="rect">
            <a:avLst/>
          </a:prstGeom>
        </p:spPr>
      </p:pic>
      <p:pic>
        <p:nvPicPr>
          <p:cNvPr name="Picture 118" id="11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3683000" y="5257800"/>
            <a:ext cx="711200" cy="762000"/>
          </a:xfrm>
          <a:prstGeom prst="rect">
            <a:avLst/>
          </a:prstGeom>
        </p:spPr>
      </p:pic>
      <p:grpSp>
        <p:nvGrpSpPr>
          <p:cNvPr name="Group 119" id="1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0" id="12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5600700" y="5283200"/>
            <a:ext cx="482600" cy="482600"/>
          </a:xfrm>
          <a:prstGeom prst="rect">
            <a:avLst/>
          </a:prstGeom>
        </p:spPr>
      </p:pic>
      <p:pic>
        <p:nvPicPr>
          <p:cNvPr name="Picture 121" id="121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5613400" y="5257800"/>
            <a:ext cx="685800" cy="1320800"/>
          </a:xfrm>
          <a:prstGeom prst="rect">
            <a:avLst/>
          </a:prstGeom>
        </p:spPr>
      </p:pic>
      <p:grpSp>
        <p:nvGrpSpPr>
          <p:cNvPr name="Group 122" id="1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3" id="123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7327900" y="5283200"/>
            <a:ext cx="482600" cy="482600"/>
          </a:xfrm>
          <a:prstGeom prst="rect">
            <a:avLst/>
          </a:prstGeom>
        </p:spPr>
      </p:pic>
      <p:pic>
        <p:nvPicPr>
          <p:cNvPr name="Picture 124" id="124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7327900" y="5257800"/>
            <a:ext cx="685800" cy="1320800"/>
          </a:xfrm>
          <a:prstGeom prst="rect">
            <a:avLst/>
          </a:prstGeom>
        </p:spPr>
      </p:pic>
      <p:grpSp>
        <p:nvGrpSpPr>
          <p:cNvPr name="Group 125" id="1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6" id="12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9017000" y="5283200"/>
            <a:ext cx="482600" cy="482600"/>
          </a:xfrm>
          <a:prstGeom prst="rect">
            <a:avLst/>
          </a:prstGeom>
        </p:spPr>
      </p:pic>
      <p:pic>
        <p:nvPicPr>
          <p:cNvPr name="Picture 127" id="127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9017000" y="5257800"/>
            <a:ext cx="711200" cy="762000"/>
          </a:xfrm>
          <a:prstGeom prst="rect">
            <a:avLst/>
          </a:prstGeom>
        </p:spPr>
      </p:pic>
      <p:grpSp>
        <p:nvGrpSpPr>
          <p:cNvPr name="Group 128" id="1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9" id="12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3403600" y="6934200"/>
            <a:ext cx="482600" cy="482600"/>
          </a:xfrm>
          <a:prstGeom prst="rect">
            <a:avLst/>
          </a:prstGeom>
        </p:spPr>
      </p:pic>
      <p:pic>
        <p:nvPicPr>
          <p:cNvPr name="Picture 130" id="13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3403600" y="6921500"/>
            <a:ext cx="685800" cy="1320800"/>
          </a:xfrm>
          <a:prstGeom prst="rect">
            <a:avLst/>
          </a:prstGeom>
        </p:spPr>
      </p:pic>
      <p:grpSp>
        <p:nvGrpSpPr>
          <p:cNvPr name="Group 131" id="1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2" id="132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5753100" y="6946900"/>
            <a:ext cx="482600" cy="482600"/>
          </a:xfrm>
          <a:prstGeom prst="rect">
            <a:avLst/>
          </a:prstGeom>
        </p:spPr>
      </p:pic>
      <p:pic>
        <p:nvPicPr>
          <p:cNvPr name="Picture 133" id="133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5753100" y="6921500"/>
            <a:ext cx="711200" cy="762000"/>
          </a:xfrm>
          <a:prstGeom prst="rect">
            <a:avLst/>
          </a:prstGeom>
        </p:spPr>
      </p:pic>
      <p:grpSp>
        <p:nvGrpSpPr>
          <p:cNvPr name="Group 134" id="1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5" id="135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8242300" y="6946900"/>
            <a:ext cx="482600" cy="482600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8242300" y="6921500"/>
            <a:ext cx="7112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83000" y="-9144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" y="26035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541000" cy="1066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879600" y="4635500"/>
            <a:ext cx="1803400" cy="6350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6" id="5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7" id="5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grpSp>
        <p:nvGrpSpPr>
          <p:cNvPr name="Group 58" id="5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8877300" y="3797300"/>
            <a:ext cx="2057400" cy="711200"/>
          </a:xfrm>
          <a:prstGeom prst="rect">
            <a:avLst/>
          </a:prstGeom>
        </p:spPr>
      </p:pic>
      <p:grpSp>
        <p:nvGrpSpPr>
          <p:cNvPr name="Group 60" id="6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1" id="6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grpSp>
        <p:nvGrpSpPr>
          <p:cNvPr name="Group 63" id="6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4" id="6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2141200" y="3263900"/>
            <a:ext cx="5486400" cy="1384300"/>
          </a:xfrm>
          <a:prstGeom prst="rect">
            <a:avLst/>
          </a:prstGeom>
        </p:spPr>
      </p:pic>
      <p:grpSp>
        <p:nvGrpSpPr>
          <p:cNvPr name="Group 67" id="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8" id="6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3797300" y="7340600"/>
            <a:ext cx="2197100" cy="14097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3797300" y="8051800"/>
            <a:ext cx="2184400" cy="825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3797300" y="4775200"/>
            <a:ext cx="7150100" cy="508000"/>
          </a:xfrm>
          <a:prstGeom prst="rect">
            <a:avLst/>
          </a:prstGeom>
        </p:spPr>
      </p:pic>
      <p:grpSp>
        <p:nvGrpSpPr>
          <p:cNvPr name="Group 71" id="7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2" id="7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261100" y="7340600"/>
            <a:ext cx="2197100" cy="14097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6286500" y="7962900"/>
            <a:ext cx="2171700" cy="9017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3784600" y="5473700"/>
            <a:ext cx="7150100" cy="14478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9740900" y="7632700"/>
            <a:ext cx="203200" cy="2921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8737600" y="7340600"/>
            <a:ext cx="2197100" cy="140970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826500" y="7988300"/>
            <a:ext cx="2006600" cy="7366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826500" y="8242300"/>
            <a:ext cx="2006600" cy="7366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826500" y="8509000"/>
            <a:ext cx="2006600" cy="7366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3810000" y="6997700"/>
            <a:ext cx="1435100" cy="5207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6261100" y="6997700"/>
            <a:ext cx="2006600" cy="7620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8674100" y="6985000"/>
            <a:ext cx="1130300" cy="5207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5" id="8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6" id="86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6096000" y="5778500"/>
            <a:ext cx="914400" cy="9144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6121400" y="5486400"/>
            <a:ext cx="952500" cy="520700"/>
          </a:xfrm>
          <a:prstGeom prst="rect">
            <a:avLst/>
          </a:prstGeom>
        </p:spPr>
      </p:pic>
      <p:pic>
        <p:nvPicPr>
          <p:cNvPr name="Picture 88" id="88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6184900" y="6578600"/>
            <a:ext cx="736600" cy="660400"/>
          </a:xfrm>
          <a:prstGeom prst="rect">
            <a:avLst/>
          </a:prstGeom>
        </p:spPr>
      </p:pic>
      <p:grpSp>
        <p:nvGrpSpPr>
          <p:cNvPr name="Group 89" id="8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7861300" y="5778500"/>
            <a:ext cx="914400" cy="914400"/>
          </a:xfrm>
          <a:prstGeom prst="rect">
            <a:avLst/>
          </a:prstGeom>
        </p:spPr>
      </p:pic>
      <p:pic>
        <p:nvPicPr>
          <p:cNvPr name="Picture 92" id="92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7975600" y="5486400"/>
            <a:ext cx="774700" cy="5207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7962900" y="6578600"/>
            <a:ext cx="698500" cy="6604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9652000" y="5854700"/>
            <a:ext cx="749300" cy="7493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9550400" y="5499100"/>
            <a:ext cx="1066800" cy="5207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9842500" y="6578600"/>
            <a:ext cx="457200" cy="660400"/>
          </a:xfrm>
          <a:prstGeom prst="rect">
            <a:avLst/>
          </a:prstGeom>
        </p:spPr>
      </p:pic>
      <p:pic>
        <p:nvPicPr>
          <p:cNvPr name="Picture 98" id="9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4229100" y="5511800"/>
            <a:ext cx="774700" cy="7620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4102100" y="6019800"/>
            <a:ext cx="1282700" cy="67310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1" id="101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839200" y="7226300"/>
            <a:ext cx="2006600" cy="7366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839200" y="7480300"/>
            <a:ext cx="2006600" cy="7366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839200" y="7747000"/>
            <a:ext cx="2006600" cy="736600"/>
          </a:xfrm>
          <a:prstGeom prst="rect">
            <a:avLst/>
          </a:prstGeom>
        </p:spPr>
      </p:pic>
      <p:pic>
        <p:nvPicPr>
          <p:cNvPr name="Picture 104" id="104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3822700" y="4737100"/>
            <a:ext cx="1993900" cy="698500"/>
          </a:xfrm>
          <a:prstGeom prst="rect">
            <a:avLst/>
          </a:prstGeom>
        </p:spPr>
      </p:pic>
      <p:grpSp>
        <p:nvGrpSpPr>
          <p:cNvPr name="Group 105" id="10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6" id="106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pic>
        <p:nvPicPr>
          <p:cNvPr name="Picture 107" id="107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3810000" y="8661400"/>
            <a:ext cx="4140200" cy="533400"/>
          </a:xfrm>
          <a:prstGeom prst="rect">
            <a:avLst/>
          </a:prstGeom>
        </p:spPr>
      </p:pic>
      <p:grpSp>
        <p:nvGrpSpPr>
          <p:cNvPr name="Group 108" id="10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9" id="109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110" id="110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7162800" y="3111500"/>
            <a:ext cx="3390900" cy="698500"/>
          </a:xfrm>
          <a:prstGeom prst="rect">
            <a:avLst/>
          </a:prstGeom>
        </p:spPr>
      </p:pic>
      <p:grpSp>
        <p:nvGrpSpPr>
          <p:cNvPr name="Group 111" id="1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2" id="112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3403600" y="4457700"/>
            <a:ext cx="482600" cy="482600"/>
          </a:xfrm>
          <a:prstGeom prst="rect">
            <a:avLst/>
          </a:prstGeom>
        </p:spPr>
      </p:pic>
      <p:pic>
        <p:nvPicPr>
          <p:cNvPr name="Picture 113" id="113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3390900" y="4432300"/>
            <a:ext cx="736600" cy="749300"/>
          </a:xfrm>
          <a:prstGeom prst="rect">
            <a:avLst/>
          </a:prstGeom>
        </p:spPr>
      </p:pic>
      <p:grpSp>
        <p:nvGrpSpPr>
          <p:cNvPr name="Group 114" id="1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5" id="115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3454400" y="5435600"/>
            <a:ext cx="482600" cy="482600"/>
          </a:xfrm>
          <a:prstGeom prst="rect">
            <a:avLst/>
          </a:prstGeom>
        </p:spPr>
      </p:pic>
      <p:pic>
        <p:nvPicPr>
          <p:cNvPr name="Picture 116" id="116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3441700" y="5410200"/>
            <a:ext cx="749300" cy="749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