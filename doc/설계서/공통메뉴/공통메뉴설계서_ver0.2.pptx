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53.png" Type="http://schemas.openxmlformats.org/officeDocument/2006/relationships/image"/><Relationship Id="rId26" Target="../media/image54.png" Type="http://schemas.openxmlformats.org/officeDocument/2006/relationships/image"/><Relationship Id="rId27" Target="../media/image55.png" Type="http://schemas.openxmlformats.org/officeDocument/2006/relationships/image"/><Relationship Id="rId28" Target="../media/image56.png" Type="http://schemas.openxmlformats.org/officeDocument/2006/relationships/image"/><Relationship Id="rId29" Target="../media/image57.png" Type="http://schemas.openxmlformats.org/officeDocument/2006/relationships/image"/><Relationship Id="rId3" Target="../media/image2.png" Type="http://schemas.openxmlformats.org/officeDocument/2006/relationships/image"/><Relationship Id="rId30" Target="../media/image58.png" Type="http://schemas.openxmlformats.org/officeDocument/2006/relationships/image"/><Relationship Id="rId31" Target="../media/image59.png" Type="http://schemas.openxmlformats.org/officeDocument/2006/relationships/image"/><Relationship Id="rId32" Target="../media/image60.png" Type="http://schemas.openxmlformats.org/officeDocument/2006/relationships/image"/><Relationship Id="rId33" Target="../media/image61.png" Type="http://schemas.openxmlformats.org/officeDocument/2006/relationships/image"/><Relationship Id="rId34" Target="../media/image62.png" Type="http://schemas.openxmlformats.org/officeDocument/2006/relationships/image"/><Relationship Id="rId35" Target="../media/image63.png" Type="http://schemas.openxmlformats.org/officeDocument/2006/relationships/image"/><Relationship Id="rId36" Target="../media/image64.png" Type="http://schemas.openxmlformats.org/officeDocument/2006/relationships/image"/><Relationship Id="rId37" Target="../media/image65.png" Type="http://schemas.openxmlformats.org/officeDocument/2006/relationships/image"/><Relationship Id="rId38" Target="../media/image66.png" Type="http://schemas.openxmlformats.org/officeDocument/2006/relationships/image"/><Relationship Id="rId39" Target="../media/image67.png" Type="http://schemas.openxmlformats.org/officeDocument/2006/relationships/image"/><Relationship Id="rId4" Target="../media/image3.png" Type="http://schemas.openxmlformats.org/officeDocument/2006/relationships/image"/><Relationship Id="rId40" Target="../media/image68.png" Type="http://schemas.openxmlformats.org/officeDocument/2006/relationships/image"/><Relationship Id="rId41" Target="../media/image69.png" Type="http://schemas.openxmlformats.org/officeDocument/2006/relationships/image"/><Relationship Id="rId42" Target="../media/image70.png" Type="http://schemas.openxmlformats.org/officeDocument/2006/relationships/image"/><Relationship Id="rId43" Target="../media/image71.png" Type="http://schemas.openxmlformats.org/officeDocument/2006/relationships/image"/><Relationship Id="rId44" Target="../media/image72.png" Type="http://schemas.openxmlformats.org/officeDocument/2006/relationships/image"/><Relationship Id="rId45" Target="../media/image73.png" Type="http://schemas.openxmlformats.org/officeDocument/2006/relationships/image"/><Relationship Id="rId46" Target="../media/image74.png" Type="http://schemas.openxmlformats.org/officeDocument/2006/relationships/image"/><Relationship Id="rId47" Target="../media/image75.png" Type="http://schemas.openxmlformats.org/officeDocument/2006/relationships/image"/><Relationship Id="rId48" Target="../media/image76.png" Type="http://schemas.openxmlformats.org/officeDocument/2006/relationships/image"/><Relationship Id="rId49" Target="../media/image77.png" Type="http://schemas.openxmlformats.org/officeDocument/2006/relationships/image"/><Relationship Id="rId5" Target="../media/image4.png" Type="http://schemas.openxmlformats.org/officeDocument/2006/relationships/image"/><Relationship Id="rId50" Target="../media/image78.png" Type="http://schemas.openxmlformats.org/officeDocument/2006/relationships/image"/><Relationship Id="rId51" Target="../media/image79.png" Type="http://schemas.openxmlformats.org/officeDocument/2006/relationships/image"/><Relationship Id="rId52" Target="../media/image80.png" Type="http://schemas.openxmlformats.org/officeDocument/2006/relationships/image"/><Relationship Id="rId53" Target="../media/image81.png" Type="http://schemas.openxmlformats.org/officeDocument/2006/relationships/image"/><Relationship Id="rId54" Target="../media/image82.png" Type="http://schemas.openxmlformats.org/officeDocument/2006/relationships/image"/><Relationship Id="rId55" Target="../media/image83.png" Type="http://schemas.openxmlformats.org/officeDocument/2006/relationships/image"/><Relationship Id="rId56" Target="../media/image84.png" Type="http://schemas.openxmlformats.org/officeDocument/2006/relationships/image"/><Relationship Id="rId57" Target="../media/image85.png" Type="http://schemas.openxmlformats.org/officeDocument/2006/relationships/image"/><Relationship Id="rId58" Target="../media/image86.png" Type="http://schemas.openxmlformats.org/officeDocument/2006/relationships/image"/><Relationship Id="rId59" Target="../media/image87.png" Type="http://schemas.openxmlformats.org/officeDocument/2006/relationships/image"/><Relationship Id="rId6" Target="../media/image5.png" Type="http://schemas.openxmlformats.org/officeDocument/2006/relationships/image"/><Relationship Id="rId60" Target="../media/image88.png" Type="http://schemas.openxmlformats.org/officeDocument/2006/relationships/image"/><Relationship Id="rId61" Target="../media/image89.png" Type="http://schemas.openxmlformats.org/officeDocument/2006/relationships/image"/><Relationship Id="rId62" Target="../media/image90.png" Type="http://schemas.openxmlformats.org/officeDocument/2006/relationships/image"/><Relationship Id="rId63" Target="../media/image91.png" Type="http://schemas.openxmlformats.org/officeDocument/2006/relationships/image"/><Relationship Id="rId64" Target="../media/image92.png" Type="http://schemas.openxmlformats.org/officeDocument/2006/relationships/image"/><Relationship Id="rId65" Target="../media/image93.png" Type="http://schemas.openxmlformats.org/officeDocument/2006/relationships/image"/><Relationship Id="rId66" Target="../media/image94.png" Type="http://schemas.openxmlformats.org/officeDocument/2006/relationships/image"/><Relationship Id="rId67" Target="../media/image33.png" Type="http://schemas.openxmlformats.org/officeDocument/2006/relationships/image"/><Relationship Id="rId68" Target="../media/image34.png" Type="http://schemas.openxmlformats.org/officeDocument/2006/relationships/image"/><Relationship Id="rId69" Target="../media/image95.png" Type="http://schemas.openxmlformats.org/officeDocument/2006/relationships/image"/><Relationship Id="rId7" Target="../media/image6.png" Type="http://schemas.openxmlformats.org/officeDocument/2006/relationships/image"/><Relationship Id="rId70" Target="../media/image96.png" Type="http://schemas.openxmlformats.org/officeDocument/2006/relationships/image"/><Relationship Id="rId71" Target="../media/image97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581400" y="-1028700"/>
            <a:ext cx="204343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47800" y="2489200"/>
            <a:ext cx="102108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45600" y="-10414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52300" y="24892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502900" cy="1054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683000" y="8483600"/>
            <a:ext cx="7366000" cy="8255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905500"/>
            <a:ext cx="1765300" cy="127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683000" y="3644900"/>
            <a:ext cx="7366000" cy="9779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877300" y="3797300"/>
            <a:ext cx="2057400" cy="711200"/>
          </a:xfrm>
          <a:prstGeom prst="rect">
            <a:avLst/>
          </a:prstGeom>
        </p:spPr>
      </p:pic>
      <p:grpSp>
        <p:nvGrpSpPr>
          <p:cNvPr name="Group 59" id="5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0" id="6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62" id="6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3" id="6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7162800" y="3111500"/>
            <a:ext cx="3314700" cy="7112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810000" y="8661400"/>
            <a:ext cx="4140200" cy="5334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2217400" y="3492500"/>
            <a:ext cx="5245100" cy="4876800"/>
          </a:xfrm>
          <a:prstGeom prst="rect">
            <a:avLst/>
          </a:prstGeom>
        </p:spPr>
      </p:pic>
      <p:grpSp>
        <p:nvGrpSpPr>
          <p:cNvPr name="Group 67" id="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8" id="6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85900" y="4572000"/>
            <a:ext cx="482600" cy="4826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485900" y="4546600"/>
            <a:ext cx="736600" cy="74930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85900" y="5257800"/>
            <a:ext cx="482600" cy="4826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485900" y="5232400"/>
            <a:ext cx="749300" cy="762000"/>
          </a:xfrm>
          <a:prstGeom prst="rect">
            <a:avLst/>
          </a:prstGeom>
        </p:spPr>
      </p:pic>
      <p:grpSp>
        <p:nvGrpSpPr>
          <p:cNvPr name="Group 73" id="7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4" id="74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85900" y="5956300"/>
            <a:ext cx="482600" cy="4826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485900" y="5930900"/>
            <a:ext cx="711200" cy="774700"/>
          </a:xfrm>
          <a:prstGeom prst="rect">
            <a:avLst/>
          </a:prstGeom>
        </p:spPr>
      </p:pic>
      <p:grpSp>
        <p:nvGrpSpPr>
          <p:cNvPr name="Group 76" id="7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7" id="7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85900" y="6654800"/>
            <a:ext cx="482600" cy="4826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498600" y="6642100"/>
            <a:ext cx="685800" cy="1320800"/>
          </a:xfrm>
          <a:prstGeom prst="rect">
            <a:avLst/>
          </a:prstGeom>
        </p:spPr>
      </p:pic>
      <p:grpSp>
        <p:nvGrpSpPr>
          <p:cNvPr name="Group 79" id="7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0" id="8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85900" y="7353300"/>
            <a:ext cx="482600" cy="4826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485900" y="7327900"/>
            <a:ext cx="749300" cy="749300"/>
          </a:xfrm>
          <a:prstGeom prst="rect">
            <a:avLst/>
          </a:prstGeom>
        </p:spPr>
      </p:pic>
      <p:grpSp>
        <p:nvGrpSpPr>
          <p:cNvPr name="Group 82" id="8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3" id="83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6718300" y="2794000"/>
            <a:ext cx="482600" cy="4826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6718300" y="2781300"/>
            <a:ext cx="711200" cy="749300"/>
          </a:xfrm>
          <a:prstGeom prst="rect">
            <a:avLst/>
          </a:prstGeom>
        </p:spPr>
      </p:pic>
      <p:grpSp>
        <p:nvGrpSpPr>
          <p:cNvPr name="Group 85" id="8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6" id="8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8699500" y="2794000"/>
            <a:ext cx="482600" cy="4826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699500" y="2768600"/>
            <a:ext cx="711200" cy="7747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9956800" y="2794000"/>
            <a:ext cx="482600" cy="4826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9956800" y="2768600"/>
            <a:ext cx="711200" cy="774700"/>
          </a:xfrm>
          <a:prstGeom prst="rect">
            <a:avLst/>
          </a:prstGeom>
        </p:spPr>
      </p:pic>
      <p:grpSp>
        <p:nvGrpSpPr>
          <p:cNvPr name="Group 91" id="9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2" id="92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3365500" y="8331200"/>
            <a:ext cx="482600" cy="4826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251200" y="8318500"/>
            <a:ext cx="965200" cy="7493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727200" y="2794000"/>
            <a:ext cx="482600" cy="4826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612900" y="2768600"/>
            <a:ext cx="977900" cy="774700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2433300" y="2819400"/>
            <a:ext cx="2679700" cy="5842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2674600" y="2628900"/>
            <a:ext cx="2489200" cy="111760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1" id="101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8699500" y="3670300"/>
            <a:ext cx="482600" cy="4826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8585200" y="3644900"/>
            <a:ext cx="9779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19500" y="-939800"/>
            <a:ext cx="204343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2578100"/>
            <a:ext cx="102108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502900" cy="1054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74800" y="2781300"/>
            <a:ext cx="635000" cy="2159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209800" y="2781300"/>
            <a:ext cx="2578100" cy="190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209800" y="4660900"/>
            <a:ext cx="2578100" cy="2921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530600"/>
            <a:ext cx="622300" cy="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759200"/>
            <a:ext cx="622300" cy="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975100"/>
            <a:ext cx="622300" cy="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4203700"/>
            <a:ext cx="622300" cy="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4432300"/>
            <a:ext cx="622300" cy="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4648200"/>
            <a:ext cx="622300" cy="0"/>
          </a:xfrm>
          <a:prstGeom prst="rect">
            <a:avLst/>
          </a:prstGeom>
        </p:spPr>
      </p:pic>
      <p:grpSp>
        <p:nvGrpSpPr>
          <p:cNvPr name="Group 56" id="5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7" id="5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3302000"/>
            <a:ext cx="622300" cy="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209800" y="2959100"/>
            <a:ext cx="2578100" cy="3429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3340100"/>
            <a:ext cx="622300" cy="14732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33900" y="2794000"/>
            <a:ext cx="165100" cy="1651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41700" y="2794000"/>
            <a:ext cx="1143000" cy="3556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4737100"/>
            <a:ext cx="1435100" cy="2667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574800" y="5067300"/>
            <a:ext cx="635000" cy="21590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209800" y="5067300"/>
            <a:ext cx="2578100" cy="1905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209800" y="6946900"/>
            <a:ext cx="2578100" cy="292100"/>
          </a:xfrm>
          <a:prstGeom prst="rect">
            <a:avLst/>
          </a:prstGeom>
        </p:spPr>
      </p:pic>
      <p:grpSp>
        <p:nvGrpSpPr>
          <p:cNvPr name="Group 66" id="6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7" id="6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5816600"/>
            <a:ext cx="622300" cy="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045200"/>
            <a:ext cx="622300" cy="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6273800"/>
            <a:ext cx="622300" cy="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489700"/>
            <a:ext cx="622300" cy="0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5" id="7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718300"/>
            <a:ext cx="622300" cy="0"/>
          </a:xfrm>
          <a:prstGeom prst="rect">
            <a:avLst/>
          </a:prstGeom>
        </p:spPr>
      </p:pic>
      <p:grpSp>
        <p:nvGrpSpPr>
          <p:cNvPr name="Group 76" id="7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7" id="7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946900"/>
            <a:ext cx="622300" cy="0"/>
          </a:xfrm>
          <a:prstGeom prst="rect">
            <a:avLst/>
          </a:prstGeom>
        </p:spPr>
      </p:pic>
      <p:grpSp>
        <p:nvGrpSpPr>
          <p:cNvPr name="Group 78" id="7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9" id="7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5600700"/>
            <a:ext cx="622300" cy="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209800" y="5245100"/>
            <a:ext cx="2578100" cy="3429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612900" y="5626100"/>
            <a:ext cx="622300" cy="14732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21200" y="5080000"/>
            <a:ext cx="165100" cy="1651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29000" y="5080000"/>
            <a:ext cx="1143000" cy="3556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7023100"/>
            <a:ext cx="1435100" cy="2667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574800" y="7404100"/>
            <a:ext cx="635000" cy="21590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209800" y="7404100"/>
            <a:ext cx="2578100" cy="1905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209800" y="9271000"/>
            <a:ext cx="2578100" cy="2921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8153400"/>
            <a:ext cx="622300" cy="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8369300"/>
            <a:ext cx="622300" cy="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8597900"/>
            <a:ext cx="622300" cy="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8826500"/>
            <a:ext cx="622300" cy="0"/>
          </a:xfrm>
          <a:prstGeom prst="rect">
            <a:avLst/>
          </a:prstGeom>
        </p:spPr>
      </p:pic>
      <p:grpSp>
        <p:nvGrpSpPr>
          <p:cNvPr name="Group 96" id="9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7" id="9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9042400"/>
            <a:ext cx="622300" cy="0"/>
          </a:xfrm>
          <a:prstGeom prst="rect">
            <a:avLst/>
          </a:prstGeom>
        </p:spPr>
      </p:pic>
      <p:grpSp>
        <p:nvGrpSpPr>
          <p:cNvPr name="Group 98" id="9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9" id="9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9271000"/>
            <a:ext cx="622300" cy="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01" id="10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7924800"/>
            <a:ext cx="622300" cy="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2209800" y="7581900"/>
            <a:ext cx="2578100" cy="3429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612900" y="7962900"/>
            <a:ext cx="622300" cy="1473200"/>
          </a:xfrm>
          <a:prstGeom prst="rect">
            <a:avLst/>
          </a:prstGeom>
        </p:spPr>
      </p:pic>
      <p:pic>
        <p:nvPicPr>
          <p:cNvPr name="Picture 104" id="10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21200" y="7416800"/>
            <a:ext cx="165100" cy="165100"/>
          </a:xfrm>
          <a:prstGeom prst="rect">
            <a:avLst/>
          </a:prstGeom>
        </p:spPr>
      </p:pic>
      <p:pic>
        <p:nvPicPr>
          <p:cNvPr name="Picture 105" id="105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29000" y="7404100"/>
            <a:ext cx="1143000" cy="3556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9347200"/>
            <a:ext cx="1435100" cy="266700"/>
          </a:xfrm>
          <a:prstGeom prst="rect">
            <a:avLst/>
          </a:prstGeom>
        </p:spPr>
      </p:pic>
      <p:pic>
        <p:nvPicPr>
          <p:cNvPr name="Picture 107" id="107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4889500" y="2781300"/>
            <a:ext cx="635000" cy="2159000"/>
          </a:xfrm>
          <a:prstGeom prst="rect">
            <a:avLst/>
          </a:prstGeom>
        </p:spPr>
      </p:pic>
      <p:pic>
        <p:nvPicPr>
          <p:cNvPr name="Picture 108" id="108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5524500" y="2794000"/>
            <a:ext cx="2578100" cy="190500"/>
          </a:xfrm>
          <a:prstGeom prst="rect">
            <a:avLst/>
          </a:prstGeom>
        </p:spPr>
      </p:pic>
      <p:pic>
        <p:nvPicPr>
          <p:cNvPr name="Picture 109" id="109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524500" y="4660900"/>
            <a:ext cx="2578100" cy="292100"/>
          </a:xfrm>
          <a:prstGeom prst="rect">
            <a:avLst/>
          </a:prstGeom>
        </p:spPr>
      </p:pic>
      <p:grpSp>
        <p:nvGrpSpPr>
          <p:cNvPr name="Group 110" id="11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1" id="11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530600"/>
            <a:ext cx="622300" cy="0"/>
          </a:xfrm>
          <a:prstGeom prst="rect">
            <a:avLst/>
          </a:prstGeom>
        </p:spPr>
      </p:pic>
      <p:grpSp>
        <p:nvGrpSpPr>
          <p:cNvPr name="Group 112" id="11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3" id="11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759200"/>
            <a:ext cx="622300" cy="0"/>
          </a:xfrm>
          <a:prstGeom prst="rect">
            <a:avLst/>
          </a:prstGeom>
        </p:spPr>
      </p:pic>
      <p:grpSp>
        <p:nvGrpSpPr>
          <p:cNvPr name="Group 114" id="11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5" id="11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987800"/>
            <a:ext cx="622300" cy="0"/>
          </a:xfrm>
          <a:prstGeom prst="rect">
            <a:avLst/>
          </a:prstGeom>
        </p:spPr>
      </p:pic>
      <p:grpSp>
        <p:nvGrpSpPr>
          <p:cNvPr name="Group 116" id="11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7" id="11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4203700"/>
            <a:ext cx="622300" cy="0"/>
          </a:xfrm>
          <a:prstGeom prst="rect">
            <a:avLst/>
          </a:prstGeom>
        </p:spPr>
      </p:pic>
      <p:grpSp>
        <p:nvGrpSpPr>
          <p:cNvPr name="Group 118" id="11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9" id="11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4432300"/>
            <a:ext cx="622300" cy="0"/>
          </a:xfrm>
          <a:prstGeom prst="rect">
            <a:avLst/>
          </a:prstGeom>
        </p:spPr>
      </p:pic>
      <p:grpSp>
        <p:nvGrpSpPr>
          <p:cNvPr name="Group 120" id="12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1" id="12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4660900"/>
            <a:ext cx="622300" cy="0"/>
          </a:xfrm>
          <a:prstGeom prst="rect">
            <a:avLst/>
          </a:prstGeom>
        </p:spPr>
      </p:pic>
      <p:grpSp>
        <p:nvGrpSpPr>
          <p:cNvPr name="Group 122" id="12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3" id="12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3314700"/>
            <a:ext cx="622300" cy="0"/>
          </a:xfrm>
          <a:prstGeom prst="rect">
            <a:avLst/>
          </a:prstGeom>
        </p:spPr>
      </p:pic>
      <p:pic>
        <p:nvPicPr>
          <p:cNvPr name="Picture 124" id="124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5524500" y="2971800"/>
            <a:ext cx="2578100" cy="342900"/>
          </a:xfrm>
          <a:prstGeom prst="rect">
            <a:avLst/>
          </a:prstGeom>
        </p:spPr>
      </p:pic>
      <p:pic>
        <p:nvPicPr>
          <p:cNvPr name="Picture 125" id="12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4927600" y="3352800"/>
            <a:ext cx="622300" cy="1473200"/>
          </a:xfrm>
          <a:prstGeom prst="rect">
            <a:avLst/>
          </a:prstGeom>
        </p:spPr>
      </p:pic>
      <p:pic>
        <p:nvPicPr>
          <p:cNvPr name="Picture 126" id="12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48600" y="2794000"/>
            <a:ext cx="165100" cy="165100"/>
          </a:xfrm>
          <a:prstGeom prst="rect">
            <a:avLst/>
          </a:prstGeom>
        </p:spPr>
      </p:pic>
      <p:pic>
        <p:nvPicPr>
          <p:cNvPr name="Picture 127" id="127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56400" y="2794000"/>
            <a:ext cx="1143000" cy="355600"/>
          </a:xfrm>
          <a:prstGeom prst="rect">
            <a:avLst/>
          </a:prstGeom>
        </p:spPr>
      </p:pic>
      <p:pic>
        <p:nvPicPr>
          <p:cNvPr name="Picture 128" id="128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4737100"/>
            <a:ext cx="1435100" cy="266700"/>
          </a:xfrm>
          <a:prstGeom prst="rect">
            <a:avLst/>
          </a:prstGeom>
        </p:spPr>
      </p:pic>
      <p:pic>
        <p:nvPicPr>
          <p:cNvPr name="Picture 129" id="12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4889500" y="5080000"/>
            <a:ext cx="635000" cy="2159000"/>
          </a:xfrm>
          <a:prstGeom prst="rect">
            <a:avLst/>
          </a:prstGeom>
        </p:spPr>
      </p:pic>
      <p:pic>
        <p:nvPicPr>
          <p:cNvPr name="Picture 130" id="13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5524500" y="5080000"/>
            <a:ext cx="2578100" cy="190500"/>
          </a:xfrm>
          <a:prstGeom prst="rect">
            <a:avLst/>
          </a:prstGeom>
        </p:spPr>
      </p:pic>
      <p:pic>
        <p:nvPicPr>
          <p:cNvPr name="Picture 131" id="13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524500" y="6946900"/>
            <a:ext cx="2578100" cy="292100"/>
          </a:xfrm>
          <a:prstGeom prst="rect">
            <a:avLst/>
          </a:prstGeom>
        </p:spPr>
      </p:pic>
      <p:grpSp>
        <p:nvGrpSpPr>
          <p:cNvPr name="Group 132" id="13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3" id="13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5829300"/>
            <a:ext cx="622300" cy="0"/>
          </a:xfrm>
          <a:prstGeom prst="rect">
            <a:avLst/>
          </a:prstGeom>
        </p:spPr>
      </p:pic>
      <p:grpSp>
        <p:nvGrpSpPr>
          <p:cNvPr name="Group 134" id="13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5" id="13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045200"/>
            <a:ext cx="622300" cy="0"/>
          </a:xfrm>
          <a:prstGeom prst="rect">
            <a:avLst/>
          </a:prstGeom>
        </p:spPr>
      </p:pic>
      <p:grpSp>
        <p:nvGrpSpPr>
          <p:cNvPr name="Group 136" id="13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7" id="13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6273800"/>
            <a:ext cx="622300" cy="0"/>
          </a:xfrm>
          <a:prstGeom prst="rect">
            <a:avLst/>
          </a:prstGeom>
        </p:spPr>
      </p:pic>
      <p:grpSp>
        <p:nvGrpSpPr>
          <p:cNvPr name="Group 138" id="13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9" id="13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502400"/>
            <a:ext cx="622300" cy="0"/>
          </a:xfrm>
          <a:prstGeom prst="rect">
            <a:avLst/>
          </a:prstGeom>
        </p:spPr>
      </p:pic>
      <p:grpSp>
        <p:nvGrpSpPr>
          <p:cNvPr name="Group 140" id="14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1" id="14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718300"/>
            <a:ext cx="622300" cy="0"/>
          </a:xfrm>
          <a:prstGeom prst="rect">
            <a:avLst/>
          </a:prstGeom>
        </p:spPr>
      </p:pic>
      <p:grpSp>
        <p:nvGrpSpPr>
          <p:cNvPr name="Group 142" id="14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3" id="14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946900"/>
            <a:ext cx="622300" cy="0"/>
          </a:xfrm>
          <a:prstGeom prst="rect">
            <a:avLst/>
          </a:prstGeom>
        </p:spPr>
      </p:pic>
      <p:grpSp>
        <p:nvGrpSpPr>
          <p:cNvPr name="Group 144" id="14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5" id="1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5600700"/>
            <a:ext cx="622300" cy="0"/>
          </a:xfrm>
          <a:prstGeom prst="rect">
            <a:avLst/>
          </a:prstGeom>
        </p:spPr>
      </p:pic>
      <p:pic>
        <p:nvPicPr>
          <p:cNvPr name="Picture 146" id="146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5524500" y="5257800"/>
            <a:ext cx="2578100" cy="342900"/>
          </a:xfrm>
          <a:prstGeom prst="rect">
            <a:avLst/>
          </a:prstGeom>
        </p:spPr>
      </p:pic>
      <p:pic>
        <p:nvPicPr>
          <p:cNvPr name="Picture 147" id="147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4927600" y="5638800"/>
            <a:ext cx="622300" cy="1473200"/>
          </a:xfrm>
          <a:prstGeom prst="rect">
            <a:avLst/>
          </a:prstGeom>
        </p:spPr>
      </p:pic>
      <p:pic>
        <p:nvPicPr>
          <p:cNvPr name="Picture 148" id="14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35900" y="5092700"/>
            <a:ext cx="165100" cy="165100"/>
          </a:xfrm>
          <a:prstGeom prst="rect">
            <a:avLst/>
          </a:prstGeom>
        </p:spPr>
      </p:pic>
      <p:pic>
        <p:nvPicPr>
          <p:cNvPr name="Picture 149" id="14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43700" y="5080000"/>
            <a:ext cx="1143000" cy="355600"/>
          </a:xfrm>
          <a:prstGeom prst="rect">
            <a:avLst/>
          </a:prstGeom>
        </p:spPr>
      </p:pic>
      <p:pic>
        <p:nvPicPr>
          <p:cNvPr name="Picture 150" id="15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7023100"/>
            <a:ext cx="1435100" cy="266700"/>
          </a:xfrm>
          <a:prstGeom prst="rect">
            <a:avLst/>
          </a:prstGeom>
        </p:spPr>
      </p:pic>
      <p:pic>
        <p:nvPicPr>
          <p:cNvPr name="Picture 151" id="1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4889500" y="7404100"/>
            <a:ext cx="635000" cy="2159000"/>
          </a:xfrm>
          <a:prstGeom prst="rect">
            <a:avLst/>
          </a:prstGeom>
        </p:spPr>
      </p:pic>
      <p:pic>
        <p:nvPicPr>
          <p:cNvPr name="Picture 152" id="1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524500" y="7404100"/>
            <a:ext cx="2578100" cy="190500"/>
          </a:xfrm>
          <a:prstGeom prst="rect">
            <a:avLst/>
          </a:prstGeom>
        </p:spPr>
      </p:pic>
      <p:pic>
        <p:nvPicPr>
          <p:cNvPr name="Picture 153" id="1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5524500" y="9283700"/>
            <a:ext cx="2578100" cy="292100"/>
          </a:xfrm>
          <a:prstGeom prst="rect">
            <a:avLst/>
          </a:prstGeom>
        </p:spPr>
      </p:pic>
      <p:grpSp>
        <p:nvGrpSpPr>
          <p:cNvPr name="Group 154" id="15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5" id="1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8153400"/>
            <a:ext cx="622300" cy="0"/>
          </a:xfrm>
          <a:prstGeom prst="rect">
            <a:avLst/>
          </a:prstGeom>
        </p:spPr>
      </p:pic>
      <p:grpSp>
        <p:nvGrpSpPr>
          <p:cNvPr name="Group 156" id="15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7" id="15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8382000"/>
            <a:ext cx="622300" cy="0"/>
          </a:xfrm>
          <a:prstGeom prst="rect">
            <a:avLst/>
          </a:prstGeom>
        </p:spPr>
      </p:pic>
      <p:grpSp>
        <p:nvGrpSpPr>
          <p:cNvPr name="Group 158" id="15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9" id="15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8597900"/>
            <a:ext cx="622300" cy="0"/>
          </a:xfrm>
          <a:prstGeom prst="rect">
            <a:avLst/>
          </a:prstGeom>
        </p:spPr>
      </p:pic>
      <p:grpSp>
        <p:nvGrpSpPr>
          <p:cNvPr name="Group 160" id="16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1" id="16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8826500"/>
            <a:ext cx="622300" cy="0"/>
          </a:xfrm>
          <a:prstGeom prst="rect">
            <a:avLst/>
          </a:prstGeom>
        </p:spPr>
      </p:pic>
      <p:grpSp>
        <p:nvGrpSpPr>
          <p:cNvPr name="Group 162" id="16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3" id="16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9055100"/>
            <a:ext cx="622300" cy="0"/>
          </a:xfrm>
          <a:prstGeom prst="rect">
            <a:avLst/>
          </a:prstGeom>
        </p:spPr>
      </p:pic>
      <p:grpSp>
        <p:nvGrpSpPr>
          <p:cNvPr name="Group 164" id="16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5" id="16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9271000"/>
            <a:ext cx="622300" cy="0"/>
          </a:xfrm>
          <a:prstGeom prst="rect">
            <a:avLst/>
          </a:prstGeom>
        </p:spPr>
      </p:pic>
      <p:grpSp>
        <p:nvGrpSpPr>
          <p:cNvPr name="Group 166" id="16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7" id="16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7924800"/>
            <a:ext cx="622300" cy="0"/>
          </a:xfrm>
          <a:prstGeom prst="rect">
            <a:avLst/>
          </a:prstGeom>
        </p:spPr>
      </p:pic>
      <p:pic>
        <p:nvPicPr>
          <p:cNvPr name="Picture 168" id="168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5524500" y="7581900"/>
            <a:ext cx="2578100" cy="342900"/>
          </a:xfrm>
          <a:prstGeom prst="rect">
            <a:avLst/>
          </a:prstGeom>
        </p:spPr>
      </p:pic>
      <p:pic>
        <p:nvPicPr>
          <p:cNvPr name="Picture 169" id="16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4927600" y="7962900"/>
            <a:ext cx="622300" cy="1473200"/>
          </a:xfrm>
          <a:prstGeom prst="rect">
            <a:avLst/>
          </a:prstGeom>
        </p:spPr>
      </p:pic>
      <p:pic>
        <p:nvPicPr>
          <p:cNvPr name="Picture 170" id="17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35900" y="7416800"/>
            <a:ext cx="165100" cy="165100"/>
          </a:xfrm>
          <a:prstGeom prst="rect">
            <a:avLst/>
          </a:prstGeom>
        </p:spPr>
      </p:pic>
      <p:pic>
        <p:nvPicPr>
          <p:cNvPr name="Picture 171" id="17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43700" y="7416800"/>
            <a:ext cx="1143000" cy="355600"/>
          </a:xfrm>
          <a:prstGeom prst="rect">
            <a:avLst/>
          </a:prstGeom>
        </p:spPr>
      </p:pic>
      <p:pic>
        <p:nvPicPr>
          <p:cNvPr name="Picture 172" id="17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9359900"/>
            <a:ext cx="1435100" cy="266700"/>
          </a:xfrm>
          <a:prstGeom prst="rect">
            <a:avLst/>
          </a:prstGeom>
        </p:spPr>
      </p:pic>
      <p:pic>
        <p:nvPicPr>
          <p:cNvPr name="Picture 173" id="173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8216900" y="2781300"/>
            <a:ext cx="635000" cy="2159000"/>
          </a:xfrm>
          <a:prstGeom prst="rect">
            <a:avLst/>
          </a:prstGeom>
        </p:spPr>
      </p:pic>
      <p:pic>
        <p:nvPicPr>
          <p:cNvPr name="Picture 174" id="174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8839200" y="2794000"/>
            <a:ext cx="2578100" cy="190500"/>
          </a:xfrm>
          <a:prstGeom prst="rect">
            <a:avLst/>
          </a:prstGeom>
        </p:spPr>
      </p:pic>
      <p:pic>
        <p:nvPicPr>
          <p:cNvPr name="Picture 175" id="175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8839200" y="4660900"/>
            <a:ext cx="2578100" cy="292100"/>
          </a:xfrm>
          <a:prstGeom prst="rect">
            <a:avLst/>
          </a:prstGeom>
        </p:spPr>
      </p:pic>
      <p:grpSp>
        <p:nvGrpSpPr>
          <p:cNvPr name="Group 176" id="17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7" id="17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530600"/>
            <a:ext cx="622300" cy="0"/>
          </a:xfrm>
          <a:prstGeom prst="rect">
            <a:avLst/>
          </a:prstGeom>
        </p:spPr>
      </p:pic>
      <p:grpSp>
        <p:nvGrpSpPr>
          <p:cNvPr name="Group 178" id="17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9" id="17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759200"/>
            <a:ext cx="622300" cy="0"/>
          </a:xfrm>
          <a:prstGeom prst="rect">
            <a:avLst/>
          </a:prstGeom>
        </p:spPr>
      </p:pic>
      <p:grpSp>
        <p:nvGrpSpPr>
          <p:cNvPr name="Group 180" id="18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1" id="18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987800"/>
            <a:ext cx="622300" cy="0"/>
          </a:xfrm>
          <a:prstGeom prst="rect">
            <a:avLst/>
          </a:prstGeom>
        </p:spPr>
      </p:pic>
      <p:grpSp>
        <p:nvGrpSpPr>
          <p:cNvPr name="Group 182" id="18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3" id="18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4203700"/>
            <a:ext cx="622300" cy="0"/>
          </a:xfrm>
          <a:prstGeom prst="rect">
            <a:avLst/>
          </a:prstGeom>
        </p:spPr>
      </p:pic>
      <p:grpSp>
        <p:nvGrpSpPr>
          <p:cNvPr name="Group 184" id="18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5" id="18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4432300"/>
            <a:ext cx="622300" cy="0"/>
          </a:xfrm>
          <a:prstGeom prst="rect">
            <a:avLst/>
          </a:prstGeom>
        </p:spPr>
      </p:pic>
      <p:grpSp>
        <p:nvGrpSpPr>
          <p:cNvPr name="Group 186" id="18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7" id="18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4660900"/>
            <a:ext cx="622300" cy="0"/>
          </a:xfrm>
          <a:prstGeom prst="rect">
            <a:avLst/>
          </a:prstGeom>
        </p:spPr>
      </p:pic>
      <p:grpSp>
        <p:nvGrpSpPr>
          <p:cNvPr name="Group 188" id="18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9" id="18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314700"/>
            <a:ext cx="622300" cy="0"/>
          </a:xfrm>
          <a:prstGeom prst="rect">
            <a:avLst/>
          </a:prstGeom>
        </p:spPr>
      </p:pic>
      <p:pic>
        <p:nvPicPr>
          <p:cNvPr name="Picture 190" id="19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8839200" y="2971800"/>
            <a:ext cx="2578100" cy="342900"/>
          </a:xfrm>
          <a:prstGeom prst="rect">
            <a:avLst/>
          </a:prstGeom>
        </p:spPr>
      </p:pic>
      <p:pic>
        <p:nvPicPr>
          <p:cNvPr name="Picture 191" id="19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242300" y="3352800"/>
            <a:ext cx="622300" cy="1473200"/>
          </a:xfrm>
          <a:prstGeom prst="rect">
            <a:avLst/>
          </a:prstGeom>
        </p:spPr>
      </p:pic>
      <p:pic>
        <p:nvPicPr>
          <p:cNvPr name="Picture 192" id="19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63300" y="2794000"/>
            <a:ext cx="165100" cy="165100"/>
          </a:xfrm>
          <a:prstGeom prst="rect">
            <a:avLst/>
          </a:prstGeom>
        </p:spPr>
      </p:pic>
      <p:pic>
        <p:nvPicPr>
          <p:cNvPr name="Picture 193" id="19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71100" y="2794000"/>
            <a:ext cx="1143000" cy="355600"/>
          </a:xfrm>
          <a:prstGeom prst="rect">
            <a:avLst/>
          </a:prstGeom>
        </p:spPr>
      </p:pic>
      <p:pic>
        <p:nvPicPr>
          <p:cNvPr name="Picture 194" id="19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4737100"/>
            <a:ext cx="1435100" cy="266700"/>
          </a:xfrm>
          <a:prstGeom prst="rect">
            <a:avLst/>
          </a:prstGeom>
        </p:spPr>
      </p:pic>
      <p:pic>
        <p:nvPicPr>
          <p:cNvPr name="Picture 195" id="195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8204200" y="5080000"/>
            <a:ext cx="635000" cy="2159000"/>
          </a:xfrm>
          <a:prstGeom prst="rect">
            <a:avLst/>
          </a:prstGeom>
        </p:spPr>
      </p:pic>
      <p:pic>
        <p:nvPicPr>
          <p:cNvPr name="Picture 196" id="196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8839200" y="5080000"/>
            <a:ext cx="2578100" cy="190500"/>
          </a:xfrm>
          <a:prstGeom prst="rect">
            <a:avLst/>
          </a:prstGeom>
        </p:spPr>
      </p:pic>
      <p:pic>
        <p:nvPicPr>
          <p:cNvPr name="Picture 197" id="197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8839200" y="6946900"/>
            <a:ext cx="2578100" cy="292100"/>
          </a:xfrm>
          <a:prstGeom prst="rect">
            <a:avLst/>
          </a:prstGeom>
        </p:spPr>
      </p:pic>
      <p:grpSp>
        <p:nvGrpSpPr>
          <p:cNvPr name="Group 198" id="19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99" id="19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5829300"/>
            <a:ext cx="622300" cy="0"/>
          </a:xfrm>
          <a:prstGeom prst="rect">
            <a:avLst/>
          </a:prstGeom>
        </p:spPr>
      </p:pic>
      <p:grpSp>
        <p:nvGrpSpPr>
          <p:cNvPr name="Group 200" id="20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1" id="20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045200"/>
            <a:ext cx="622300" cy="0"/>
          </a:xfrm>
          <a:prstGeom prst="rect">
            <a:avLst/>
          </a:prstGeom>
        </p:spPr>
      </p:pic>
      <p:grpSp>
        <p:nvGrpSpPr>
          <p:cNvPr name="Group 202" id="20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3" id="20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6273800"/>
            <a:ext cx="622300" cy="0"/>
          </a:xfrm>
          <a:prstGeom prst="rect">
            <a:avLst/>
          </a:prstGeom>
        </p:spPr>
      </p:pic>
      <p:grpSp>
        <p:nvGrpSpPr>
          <p:cNvPr name="Group 204" id="20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5" id="20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502400"/>
            <a:ext cx="622300" cy="0"/>
          </a:xfrm>
          <a:prstGeom prst="rect">
            <a:avLst/>
          </a:prstGeom>
        </p:spPr>
      </p:pic>
      <p:grpSp>
        <p:nvGrpSpPr>
          <p:cNvPr name="Group 206" id="20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7" id="20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718300"/>
            <a:ext cx="622300" cy="0"/>
          </a:xfrm>
          <a:prstGeom prst="rect">
            <a:avLst/>
          </a:prstGeom>
        </p:spPr>
      </p:pic>
      <p:grpSp>
        <p:nvGrpSpPr>
          <p:cNvPr name="Group 208" id="20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9" id="20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946900"/>
            <a:ext cx="622300" cy="0"/>
          </a:xfrm>
          <a:prstGeom prst="rect">
            <a:avLst/>
          </a:prstGeom>
        </p:spPr>
      </p:pic>
      <p:grpSp>
        <p:nvGrpSpPr>
          <p:cNvPr name="Group 210" id="21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11" id="21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5600700"/>
            <a:ext cx="622300" cy="0"/>
          </a:xfrm>
          <a:prstGeom prst="rect">
            <a:avLst/>
          </a:prstGeom>
        </p:spPr>
      </p:pic>
      <p:pic>
        <p:nvPicPr>
          <p:cNvPr name="Picture 212" id="21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8839200" y="5257800"/>
            <a:ext cx="2578100" cy="342900"/>
          </a:xfrm>
          <a:prstGeom prst="rect">
            <a:avLst/>
          </a:prstGeom>
        </p:spPr>
      </p:pic>
      <p:pic>
        <p:nvPicPr>
          <p:cNvPr name="Picture 213" id="213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8242300" y="5638800"/>
            <a:ext cx="622300" cy="1473200"/>
          </a:xfrm>
          <a:prstGeom prst="rect">
            <a:avLst/>
          </a:prstGeom>
        </p:spPr>
      </p:pic>
      <p:pic>
        <p:nvPicPr>
          <p:cNvPr name="Picture 214" id="21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50600" y="5092700"/>
            <a:ext cx="165100" cy="165100"/>
          </a:xfrm>
          <a:prstGeom prst="rect">
            <a:avLst/>
          </a:prstGeom>
        </p:spPr>
      </p:pic>
      <p:pic>
        <p:nvPicPr>
          <p:cNvPr name="Picture 215" id="215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58400" y="5080000"/>
            <a:ext cx="1143000" cy="355600"/>
          </a:xfrm>
          <a:prstGeom prst="rect">
            <a:avLst/>
          </a:prstGeom>
        </p:spPr>
      </p:pic>
      <p:pic>
        <p:nvPicPr>
          <p:cNvPr name="Picture 216" id="21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7023100"/>
            <a:ext cx="1435100" cy="266700"/>
          </a:xfrm>
          <a:prstGeom prst="rect">
            <a:avLst/>
          </a:prstGeom>
        </p:spPr>
      </p:pic>
      <p:pic>
        <p:nvPicPr>
          <p:cNvPr name="Picture 217" id="217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8204200" y="7404100"/>
            <a:ext cx="635000" cy="2159000"/>
          </a:xfrm>
          <a:prstGeom prst="rect">
            <a:avLst/>
          </a:prstGeom>
        </p:spPr>
      </p:pic>
      <p:pic>
        <p:nvPicPr>
          <p:cNvPr name="Picture 218" id="218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8839200" y="7404100"/>
            <a:ext cx="2578100" cy="190500"/>
          </a:xfrm>
          <a:prstGeom prst="rect">
            <a:avLst/>
          </a:prstGeom>
        </p:spPr>
      </p:pic>
      <p:pic>
        <p:nvPicPr>
          <p:cNvPr name="Picture 219" id="219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8839200" y="9283700"/>
            <a:ext cx="2578100" cy="292100"/>
          </a:xfrm>
          <a:prstGeom prst="rect">
            <a:avLst/>
          </a:prstGeom>
        </p:spPr>
      </p:pic>
      <p:grpSp>
        <p:nvGrpSpPr>
          <p:cNvPr name="Group 220" id="22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21" id="22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153400"/>
            <a:ext cx="622300" cy="0"/>
          </a:xfrm>
          <a:prstGeom prst="rect">
            <a:avLst/>
          </a:prstGeom>
        </p:spPr>
      </p:pic>
      <p:grpSp>
        <p:nvGrpSpPr>
          <p:cNvPr name="Group 222" id="22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23" id="22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382000"/>
            <a:ext cx="622300" cy="0"/>
          </a:xfrm>
          <a:prstGeom prst="rect">
            <a:avLst/>
          </a:prstGeom>
        </p:spPr>
      </p:pic>
      <p:grpSp>
        <p:nvGrpSpPr>
          <p:cNvPr name="Group 224" id="22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25" id="22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8597900"/>
            <a:ext cx="622300" cy="0"/>
          </a:xfrm>
          <a:prstGeom prst="rect">
            <a:avLst/>
          </a:prstGeom>
        </p:spPr>
      </p:pic>
      <p:grpSp>
        <p:nvGrpSpPr>
          <p:cNvPr name="Group 226" id="22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27" id="22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826500"/>
            <a:ext cx="622300" cy="0"/>
          </a:xfrm>
          <a:prstGeom prst="rect">
            <a:avLst/>
          </a:prstGeom>
        </p:spPr>
      </p:pic>
      <p:grpSp>
        <p:nvGrpSpPr>
          <p:cNvPr name="Group 228" id="22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29" id="2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9055100"/>
            <a:ext cx="622300" cy="0"/>
          </a:xfrm>
          <a:prstGeom prst="rect">
            <a:avLst/>
          </a:prstGeom>
        </p:spPr>
      </p:pic>
      <p:grpSp>
        <p:nvGrpSpPr>
          <p:cNvPr name="Group 230" id="23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31" id="2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9271000"/>
            <a:ext cx="622300" cy="0"/>
          </a:xfrm>
          <a:prstGeom prst="rect">
            <a:avLst/>
          </a:prstGeom>
        </p:spPr>
      </p:pic>
      <p:grpSp>
        <p:nvGrpSpPr>
          <p:cNvPr name="Group 232" id="23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33" id="23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7924800"/>
            <a:ext cx="622300" cy="0"/>
          </a:xfrm>
          <a:prstGeom prst="rect">
            <a:avLst/>
          </a:prstGeom>
        </p:spPr>
      </p:pic>
      <p:pic>
        <p:nvPicPr>
          <p:cNvPr name="Picture 234" id="234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8839200" y="7581900"/>
            <a:ext cx="2578100" cy="342900"/>
          </a:xfrm>
          <a:prstGeom prst="rect">
            <a:avLst/>
          </a:prstGeom>
        </p:spPr>
      </p:pic>
      <p:pic>
        <p:nvPicPr>
          <p:cNvPr name="Picture 235" id="23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8242300" y="7962900"/>
            <a:ext cx="622300" cy="1473200"/>
          </a:xfrm>
          <a:prstGeom prst="rect">
            <a:avLst/>
          </a:prstGeom>
        </p:spPr>
      </p:pic>
      <p:pic>
        <p:nvPicPr>
          <p:cNvPr name="Picture 236" id="23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50600" y="7416800"/>
            <a:ext cx="165100" cy="165100"/>
          </a:xfrm>
          <a:prstGeom prst="rect">
            <a:avLst/>
          </a:prstGeom>
        </p:spPr>
      </p:pic>
      <p:grpSp>
        <p:nvGrpSpPr>
          <p:cNvPr name="Group 237" id="2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38" id="2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9" id="23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87800" y="3009900"/>
            <a:ext cx="711200" cy="241300"/>
          </a:xfrm>
          <a:prstGeom prst="rect">
            <a:avLst/>
          </a:prstGeom>
        </p:spPr>
      </p:pic>
      <p:grpSp>
        <p:nvGrpSpPr>
          <p:cNvPr name="Group 240" id="24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1" id="24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76400" y="2806700"/>
            <a:ext cx="431800" cy="457200"/>
          </a:xfrm>
          <a:prstGeom prst="rect">
            <a:avLst/>
          </a:prstGeom>
        </p:spPr>
      </p:pic>
      <p:grpSp>
        <p:nvGrpSpPr>
          <p:cNvPr name="Group 242" id="2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43" id="2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4" id="244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62400" y="5321300"/>
            <a:ext cx="711200" cy="241300"/>
          </a:xfrm>
          <a:prstGeom prst="rect">
            <a:avLst/>
          </a:prstGeom>
        </p:spPr>
      </p:pic>
      <p:grpSp>
        <p:nvGrpSpPr>
          <p:cNvPr name="Group 245" id="2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6" id="246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38300" y="5118100"/>
            <a:ext cx="431800" cy="457200"/>
          </a:xfrm>
          <a:prstGeom prst="rect">
            <a:avLst/>
          </a:prstGeom>
        </p:spPr>
      </p:pic>
      <p:grpSp>
        <p:nvGrpSpPr>
          <p:cNvPr name="Group 247" id="24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48" id="2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9" id="24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75100" y="7645400"/>
            <a:ext cx="711200" cy="241300"/>
          </a:xfrm>
          <a:prstGeom prst="rect">
            <a:avLst/>
          </a:prstGeom>
        </p:spPr>
      </p:pic>
      <p:grpSp>
        <p:nvGrpSpPr>
          <p:cNvPr name="Group 250" id="2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1" id="25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51000" y="7442200"/>
            <a:ext cx="431800" cy="457200"/>
          </a:xfrm>
          <a:prstGeom prst="rect">
            <a:avLst/>
          </a:prstGeom>
        </p:spPr>
      </p:pic>
      <p:grpSp>
        <p:nvGrpSpPr>
          <p:cNvPr name="Group 252" id="2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53" id="25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4" id="254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289800" y="7632700"/>
            <a:ext cx="711200" cy="241300"/>
          </a:xfrm>
          <a:prstGeom prst="rect">
            <a:avLst/>
          </a:prstGeom>
        </p:spPr>
      </p:pic>
      <p:grpSp>
        <p:nvGrpSpPr>
          <p:cNvPr name="Group 255" id="25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6" id="256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65700" y="7442200"/>
            <a:ext cx="431800" cy="457200"/>
          </a:xfrm>
          <a:prstGeom prst="rect">
            <a:avLst/>
          </a:prstGeom>
        </p:spPr>
      </p:pic>
      <p:grpSp>
        <p:nvGrpSpPr>
          <p:cNvPr name="Group 257" id="2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58" id="25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9" id="25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04500" y="7645400"/>
            <a:ext cx="711200" cy="241300"/>
          </a:xfrm>
          <a:prstGeom prst="rect">
            <a:avLst/>
          </a:prstGeom>
        </p:spPr>
      </p:pic>
      <p:grpSp>
        <p:nvGrpSpPr>
          <p:cNvPr name="Group 260" id="26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1" id="26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293100" y="7442200"/>
            <a:ext cx="431800" cy="457200"/>
          </a:xfrm>
          <a:prstGeom prst="rect">
            <a:avLst/>
          </a:prstGeom>
        </p:spPr>
      </p:pic>
      <p:grpSp>
        <p:nvGrpSpPr>
          <p:cNvPr name="Group 262" id="26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3" id="26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4" id="264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289800" y="5334000"/>
            <a:ext cx="711200" cy="241300"/>
          </a:xfrm>
          <a:prstGeom prst="rect">
            <a:avLst/>
          </a:prstGeom>
        </p:spPr>
      </p:pic>
      <p:grpSp>
        <p:nvGrpSpPr>
          <p:cNvPr name="Group 265" id="26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6" id="266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78400" y="5130800"/>
            <a:ext cx="431800" cy="457200"/>
          </a:xfrm>
          <a:prstGeom prst="rect">
            <a:avLst/>
          </a:prstGeom>
        </p:spPr>
      </p:pic>
      <p:grpSp>
        <p:nvGrpSpPr>
          <p:cNvPr name="Group 267" id="2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8" id="26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9" id="26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17200" y="5321300"/>
            <a:ext cx="711200" cy="241300"/>
          </a:xfrm>
          <a:prstGeom prst="rect">
            <a:avLst/>
          </a:prstGeom>
        </p:spPr>
      </p:pic>
      <p:grpSp>
        <p:nvGrpSpPr>
          <p:cNvPr name="Group 270" id="27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1" id="27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305800" y="5130800"/>
            <a:ext cx="431800" cy="457200"/>
          </a:xfrm>
          <a:prstGeom prst="rect">
            <a:avLst/>
          </a:prstGeom>
        </p:spPr>
      </p:pic>
      <p:grpSp>
        <p:nvGrpSpPr>
          <p:cNvPr name="Group 272" id="27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73" id="27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4" id="274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302500" y="3022600"/>
            <a:ext cx="711200" cy="241300"/>
          </a:xfrm>
          <a:prstGeom prst="rect">
            <a:avLst/>
          </a:prstGeom>
        </p:spPr>
      </p:pic>
      <p:grpSp>
        <p:nvGrpSpPr>
          <p:cNvPr name="Group 275" id="27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6" id="276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91100" y="2819400"/>
            <a:ext cx="431800" cy="457200"/>
          </a:xfrm>
          <a:prstGeom prst="rect">
            <a:avLst/>
          </a:prstGeom>
        </p:spPr>
      </p:pic>
      <p:grpSp>
        <p:nvGrpSpPr>
          <p:cNvPr name="Group 277" id="2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78" id="27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9" id="27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29900" y="3009900"/>
            <a:ext cx="711200" cy="241300"/>
          </a:xfrm>
          <a:prstGeom prst="rect">
            <a:avLst/>
          </a:prstGeom>
        </p:spPr>
      </p:pic>
      <p:grpSp>
        <p:nvGrpSpPr>
          <p:cNvPr name="Group 280" id="28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1" id="28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318500" y="2806700"/>
            <a:ext cx="431800" cy="457200"/>
          </a:xfrm>
          <a:prstGeom prst="rect">
            <a:avLst/>
          </a:prstGeom>
        </p:spPr>
      </p:pic>
      <p:pic>
        <p:nvPicPr>
          <p:cNvPr name="Picture 282" id="28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58400" y="7416800"/>
            <a:ext cx="1143000" cy="355600"/>
          </a:xfrm>
          <a:prstGeom prst="rect">
            <a:avLst/>
          </a:prstGeom>
        </p:spPr>
      </p:pic>
      <p:pic>
        <p:nvPicPr>
          <p:cNvPr name="Picture 283" id="28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9359900"/>
            <a:ext cx="1435100" cy="266700"/>
          </a:xfrm>
          <a:prstGeom prst="rect">
            <a:avLst/>
          </a:prstGeom>
        </p:spPr>
      </p:pic>
      <p:pic>
        <p:nvPicPr>
          <p:cNvPr name="Picture 284" id="284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2128500" y="4152900"/>
            <a:ext cx="2298700" cy="5994400"/>
          </a:xfrm>
          <a:prstGeom prst="rect">
            <a:avLst/>
          </a:prstGeom>
        </p:spPr>
      </p:pic>
      <p:pic>
        <p:nvPicPr>
          <p:cNvPr name="Picture 285" id="285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4782800" y="2768600"/>
            <a:ext cx="2298700" cy="7416800"/>
          </a:xfrm>
          <a:prstGeom prst="rect">
            <a:avLst/>
          </a:prstGeom>
        </p:spPr>
      </p:pic>
      <p:pic>
        <p:nvPicPr>
          <p:cNvPr name="Picture 286" id="286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12446000" y="3086100"/>
            <a:ext cx="1841500" cy="1041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