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1DBF9-71FC-EBBC-3AF7-0D46FD7E5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89AE2B-01DE-926B-39ED-04C897170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5535A-5787-0E34-37C5-CA3D54A42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1F94B3-2951-45F5-71A9-37265863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BDB909-73E2-384F-267B-07E1BD7AF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974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1EB21-80E7-4C1F-8FE4-C41567D9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6CDBBE-24C8-E3AF-F8DE-B176B32C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93E98-D23D-5519-257A-94703F87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1A634A-7974-C375-AF59-A30BA305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D38004-51AD-8C27-7FAD-942DF5C1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87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EAF2F-8705-C023-AC39-551FA210F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ACE590-F916-8248-FC28-E9311CAC3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03A740-D2A8-395C-C4B2-FC6DF391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970C8C-3C7B-1C70-77DF-0F34A5EF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CE19C9-3DB4-ED66-52ED-8644367A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709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CD465B-5880-FFB3-E556-7604B8512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F91F2D-514B-E046-8F24-961761390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C0B9BE-F939-284B-0B50-450E460AA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0D5DA9-A735-E626-EAFD-2C8449D5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08E3F2-B8A5-6466-08E0-5BEB8BF1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D7F533-E2A1-BDA8-30C8-ACC1C9A4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34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B5C94-B4AB-449E-D5C2-420AD2816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B44C09-303E-6267-BB00-FD7EC8716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881DE5-B760-974D-240D-A1C67B1A1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C16C8F-0763-0B82-708D-3D164910E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B705BC-AE28-740E-1291-D28D9D1CD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412E912-9F65-EFFA-C31E-F66991770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42EE41-0125-4585-A065-89BA8A05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2EE210-CEE7-B763-C7A6-0F60FD0A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74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AAC5B-0913-5E98-32DC-1338340F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420804-2CC5-F9A7-14A7-97957AC2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5C343D-0733-75C5-1767-E93EBBC1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4B1E25-48DE-96A1-3E2E-35972E8F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51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D951F4-8597-7248-6D33-F53E3899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BAC7D0-B9F4-695C-6090-BFDA74D04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7F144-E6E6-FE8F-E752-9DE241887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36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FAD6A-F901-9A6C-3F3D-160578E0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0BCE9E-13D3-8BC3-9465-38E93FEA8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1A0B74-F76A-7EA9-810D-5430CBE1A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F09D2-8525-BBFB-28DE-DDB32C90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CA7F23-B91E-F9C2-CAB7-AF2246B0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DFDE6-C3E4-6B93-E91F-B33C5687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14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4620C-84BD-BCE5-5364-967C2883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6E4CA1-BCB4-DECB-5E42-80670512F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72EA7D-0D2E-A88E-8885-31BCBE507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87380-7CE5-1B7D-4E95-FDE07D45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1EBEFB-7FE8-07F4-402E-35000BFE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F4A032-F25E-751C-4EBC-B190BD48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51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277FB-47DE-7734-CFE4-3C70B090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56F953-477E-5C4C-9CBC-8027349B8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2565ED-9DC7-A998-5AAE-3AAD13B6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F24DCF-1777-BC6F-C618-F5A33B0B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E344EC-A7BB-D9E5-0E2A-604C7ED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453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902FF2-FFA9-D872-1C07-01A85EB89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71189B-550C-5197-2890-346DD4121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1F243-1386-E42D-CCAA-4EE562FE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4ED8DE-047B-3B91-7791-21EF2375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336676-94FE-049C-F6C4-933EC9D2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2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DAC74A-2982-7922-5F79-DE4A2C47A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363718-EF55-C122-CD9F-9D454823C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F1BF55-C8A3-5D4C-89DA-6102B48FC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D2C7E-62AE-4F2B-9991-DD75C2B3B5A1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3C7C3A-9753-FBCC-0E6E-02C51AD29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2F17C-C25B-5A82-6034-9D934A7A7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D71BA-7B07-49B5-93E9-37A9D4595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882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A643C-A8C7-A80C-53F6-A4174AAF7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3A55509-00AD-DEE6-50D9-D6BC0392B7F1}"/>
              </a:ext>
            </a:extLst>
          </p:cNvPr>
          <p:cNvSpPr/>
          <p:nvPr/>
        </p:nvSpPr>
        <p:spPr>
          <a:xfrm>
            <a:off x="3164628" y="722989"/>
            <a:ext cx="7943050" cy="589203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E88C9EC-B9AF-D91B-7932-448DC986DEE3}"/>
              </a:ext>
            </a:extLst>
          </p:cNvPr>
          <p:cNvGrpSpPr/>
          <p:nvPr/>
        </p:nvGrpSpPr>
        <p:grpSpPr>
          <a:xfrm>
            <a:off x="916074" y="1956213"/>
            <a:ext cx="1016000" cy="1228458"/>
            <a:chOff x="688038" y="648855"/>
            <a:chExt cx="1016000" cy="1228458"/>
          </a:xfrm>
        </p:grpSpPr>
        <p:pic>
          <p:nvPicPr>
            <p:cNvPr id="1026" name="Picture 2" descr="Visual Studio Code - Windows에서 다운로드 및 설치 | Microsoft Store">
              <a:extLst>
                <a:ext uri="{FF2B5EF4-FFF2-40B4-BE49-F238E27FC236}">
                  <a16:creationId xmlns:a16="http://schemas.microsoft.com/office/drawing/2014/main" id="{AB64BBC1-E3C6-FDCF-B581-471308040B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475" y="648855"/>
              <a:ext cx="859126" cy="85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44BD824-E970-0991-75BC-A31314FCCF6D}"/>
                </a:ext>
              </a:extLst>
            </p:cNvPr>
            <p:cNvSpPr txBox="1"/>
            <p:nvPr/>
          </p:nvSpPr>
          <p:spPr>
            <a:xfrm>
              <a:off x="688038" y="1507981"/>
              <a:ext cx="101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VSCode</a:t>
              </a:r>
              <a:endParaRPr lang="ko-KR" alt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737C397-47FF-F574-639F-415FAC3703B0}"/>
              </a:ext>
            </a:extLst>
          </p:cNvPr>
          <p:cNvGrpSpPr/>
          <p:nvPr/>
        </p:nvGrpSpPr>
        <p:grpSpPr>
          <a:xfrm>
            <a:off x="791273" y="4043797"/>
            <a:ext cx="1284071" cy="1226257"/>
            <a:chOff x="3592729" y="651056"/>
            <a:chExt cx="1284071" cy="1226257"/>
          </a:xfrm>
        </p:grpSpPr>
        <p:sp>
          <p:nvSpPr>
            <p:cNvPr id="4" name="순서도: 자기 디스크 3">
              <a:extLst>
                <a:ext uri="{FF2B5EF4-FFF2-40B4-BE49-F238E27FC236}">
                  <a16:creationId xmlns:a16="http://schemas.microsoft.com/office/drawing/2014/main" id="{B937426F-E3C7-1D21-CD9B-1241C640ACAA}"/>
                </a:ext>
              </a:extLst>
            </p:cNvPr>
            <p:cNvSpPr/>
            <p:nvPr/>
          </p:nvSpPr>
          <p:spPr>
            <a:xfrm>
              <a:off x="3592729" y="651056"/>
              <a:ext cx="1284071" cy="1226257"/>
            </a:xfrm>
            <a:prstGeom prst="flowChartMagneticDisk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8" name="Picture 4" descr="Part 1. Postgresql, 내가 널 왜 써야 하니?">
              <a:extLst>
                <a:ext uri="{FF2B5EF4-FFF2-40B4-BE49-F238E27FC236}">
                  <a16:creationId xmlns:a16="http://schemas.microsoft.com/office/drawing/2014/main" id="{339D917F-DC31-3A30-4558-7641913C73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5778" y="1087750"/>
              <a:ext cx="686222" cy="689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Google Drive의 미래는? 현재 개발진행중인 기능 소개 | SharedIT - IT 지식 공유 네트워크">
            <a:extLst>
              <a:ext uri="{FF2B5EF4-FFF2-40B4-BE49-F238E27FC236}">
                <a16:creationId xmlns:a16="http://schemas.microsoft.com/office/drawing/2014/main" id="{5DB3BC5A-E1D4-4673-6049-08739992F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91" y="5548181"/>
            <a:ext cx="1299383" cy="122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3BF54A-A735-D6F3-D3C3-354F29ADAD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25" y="722989"/>
            <a:ext cx="1981372" cy="518205"/>
          </a:xfrm>
          <a:prstGeom prst="rect">
            <a:avLst/>
          </a:prstGeom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EEA77C1A-E47A-E877-2C54-7A7803B9AC67}"/>
              </a:ext>
            </a:extLst>
          </p:cNvPr>
          <p:cNvSpPr/>
          <p:nvPr/>
        </p:nvSpPr>
        <p:spPr>
          <a:xfrm>
            <a:off x="1271674" y="1173483"/>
            <a:ext cx="323271" cy="73758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A0FD60-8190-7B8F-C16B-527DAC3A50D7}"/>
              </a:ext>
            </a:extLst>
          </p:cNvPr>
          <p:cNvSpPr txBox="1"/>
          <p:nvPr/>
        </p:nvSpPr>
        <p:spPr>
          <a:xfrm>
            <a:off x="1612866" y="1303009"/>
            <a:ext cx="11914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Open API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ECDDCB5D-51C2-E144-8CF9-A8497A0D137B}"/>
              </a:ext>
            </a:extLst>
          </p:cNvPr>
          <p:cNvSpPr/>
          <p:nvPr/>
        </p:nvSpPr>
        <p:spPr>
          <a:xfrm>
            <a:off x="1262437" y="3235199"/>
            <a:ext cx="323273" cy="73758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5C79A8-E9F3-317C-5AEC-C6ED2CD0517A}"/>
              </a:ext>
            </a:extLst>
          </p:cNvPr>
          <p:cNvSpPr txBox="1"/>
          <p:nvPr/>
        </p:nvSpPr>
        <p:spPr>
          <a:xfrm>
            <a:off x="1612866" y="3326993"/>
            <a:ext cx="14028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Python </a:t>
            </a:r>
            <a:br>
              <a:rPr lang="en-US" altLang="ko-KR" sz="1500" dirty="0"/>
            </a:br>
            <a:r>
              <a:rPr lang="ko-KR" altLang="en-US" sz="1500" dirty="0"/>
              <a:t>데이터 </a:t>
            </a:r>
            <a:r>
              <a:rPr lang="ko-KR" altLang="en-US" sz="1500" dirty="0" err="1"/>
              <a:t>전처리</a:t>
            </a:r>
            <a:endParaRPr lang="en-US" altLang="ko-KR" sz="1500" dirty="0"/>
          </a:p>
        </p:txBody>
      </p:sp>
      <p:pic>
        <p:nvPicPr>
          <p:cNvPr id="1030" name="Picture 6" descr="What is GitHub? - Pythia Foundations">
            <a:extLst>
              <a:ext uri="{FF2B5EF4-FFF2-40B4-BE49-F238E27FC236}">
                <a16:creationId xmlns:a16="http://schemas.microsoft.com/office/drawing/2014/main" id="{C0C0CBC7-6B7B-252A-18F4-4859B55FE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52" y="242976"/>
            <a:ext cx="2189745" cy="122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9B2C08-9C8B-21F3-580F-8E0576BA4FCE}"/>
              </a:ext>
            </a:extLst>
          </p:cNvPr>
          <p:cNvSpPr txBox="1"/>
          <p:nvPr/>
        </p:nvSpPr>
        <p:spPr>
          <a:xfrm>
            <a:off x="1234933" y="5831092"/>
            <a:ext cx="19221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공유문서</a:t>
            </a:r>
            <a:endParaRPr lang="en-US" altLang="ko-KR" sz="1500" dirty="0"/>
          </a:p>
          <a:p>
            <a:r>
              <a:rPr lang="en-US" altLang="ko-KR" sz="1500" dirty="0"/>
              <a:t>WBS, </a:t>
            </a:r>
            <a:r>
              <a:rPr lang="ko-KR" altLang="en-US" sz="1500" dirty="0"/>
              <a:t>기능설계서 등</a:t>
            </a:r>
            <a:endParaRPr lang="en-US" altLang="ko-KR" sz="1500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F1B2B03-DB4E-37CA-C6D7-7A4888AEF3B2}"/>
              </a:ext>
            </a:extLst>
          </p:cNvPr>
          <p:cNvSpPr/>
          <p:nvPr/>
        </p:nvSpPr>
        <p:spPr>
          <a:xfrm>
            <a:off x="3621039" y="2542522"/>
            <a:ext cx="4255619" cy="38425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34" name="Picture 10" descr="Eclipse] 이클립스(Eclipse) 다운로드 및 설치">
            <a:extLst>
              <a:ext uri="{FF2B5EF4-FFF2-40B4-BE49-F238E27FC236}">
                <a16:creationId xmlns:a16="http://schemas.microsoft.com/office/drawing/2014/main" id="{83BD7361-F7D5-1B8F-8035-B7562F252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860" y="1956213"/>
            <a:ext cx="1031397" cy="103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4E05F552-D554-4C35-2BC0-28D5F5360D12}"/>
              </a:ext>
            </a:extLst>
          </p:cNvPr>
          <p:cNvSpPr/>
          <p:nvPr/>
        </p:nvSpPr>
        <p:spPr>
          <a:xfrm rot="16200000">
            <a:off x="2797627" y="3882081"/>
            <a:ext cx="323273" cy="1402806"/>
          </a:xfrm>
          <a:prstGeom prst="downArrow">
            <a:avLst>
              <a:gd name="adj1" fmla="val 50000"/>
              <a:gd name="adj2" fmla="val 47143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D22C51AA-6D60-9A27-A95F-E5CC2E96C545}"/>
              </a:ext>
            </a:extLst>
          </p:cNvPr>
          <p:cNvSpPr/>
          <p:nvPr/>
        </p:nvSpPr>
        <p:spPr>
          <a:xfrm rot="5400000">
            <a:off x="2792269" y="4223636"/>
            <a:ext cx="323273" cy="1402804"/>
          </a:xfrm>
          <a:prstGeom prst="downArrow">
            <a:avLst>
              <a:gd name="adj1" fmla="val 50000"/>
              <a:gd name="adj2" fmla="val 47143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8D35A0-6904-B021-3362-B53B59F8D65D}"/>
              </a:ext>
            </a:extLst>
          </p:cNvPr>
          <p:cNvSpPr/>
          <p:nvPr/>
        </p:nvSpPr>
        <p:spPr>
          <a:xfrm>
            <a:off x="3756381" y="2927927"/>
            <a:ext cx="1775726" cy="2436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FD5D8B-A66B-EC9E-27DD-57C4991CA463}"/>
              </a:ext>
            </a:extLst>
          </p:cNvPr>
          <p:cNvSpPr txBox="1"/>
          <p:nvPr/>
        </p:nvSpPr>
        <p:spPr>
          <a:xfrm>
            <a:off x="4102663" y="3094712"/>
            <a:ext cx="1402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Model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EF9FD35-B0B7-9BD5-115A-BECBD171C5CC}"/>
              </a:ext>
            </a:extLst>
          </p:cNvPr>
          <p:cNvSpPr/>
          <p:nvPr/>
        </p:nvSpPr>
        <p:spPr>
          <a:xfrm>
            <a:off x="3922100" y="4480491"/>
            <a:ext cx="1439135" cy="4424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DAO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57AE28-298D-3EFA-3020-665502EF32B9}"/>
              </a:ext>
            </a:extLst>
          </p:cNvPr>
          <p:cNvSpPr/>
          <p:nvPr/>
        </p:nvSpPr>
        <p:spPr>
          <a:xfrm>
            <a:off x="3922100" y="3728767"/>
            <a:ext cx="1439135" cy="4424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Service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7DE80A2-94D0-EACC-7215-50DBE613907D}"/>
              </a:ext>
            </a:extLst>
          </p:cNvPr>
          <p:cNvSpPr/>
          <p:nvPr/>
        </p:nvSpPr>
        <p:spPr>
          <a:xfrm>
            <a:off x="5994677" y="2921000"/>
            <a:ext cx="1775726" cy="2436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51C4E5-8951-A4AB-A0C8-FB7B200C11AC}"/>
              </a:ext>
            </a:extLst>
          </p:cNvPr>
          <p:cNvSpPr txBox="1"/>
          <p:nvPr/>
        </p:nvSpPr>
        <p:spPr>
          <a:xfrm>
            <a:off x="6138960" y="3103653"/>
            <a:ext cx="1873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Controller</a:t>
            </a:r>
            <a:endParaRPr lang="en-US" altLang="ko-KR" sz="15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92789BE-472F-5768-4341-4DFD9AD611F8}"/>
              </a:ext>
            </a:extLst>
          </p:cNvPr>
          <p:cNvSpPr/>
          <p:nvPr/>
        </p:nvSpPr>
        <p:spPr>
          <a:xfrm>
            <a:off x="6354370" y="3796145"/>
            <a:ext cx="656030" cy="6003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6414C83-F7A7-3475-25E7-5FDD28A3BF46}"/>
              </a:ext>
            </a:extLst>
          </p:cNvPr>
          <p:cNvSpPr/>
          <p:nvPr/>
        </p:nvSpPr>
        <p:spPr>
          <a:xfrm>
            <a:off x="6506770" y="3948545"/>
            <a:ext cx="656030" cy="6003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07CD07D-5DA0-F3FB-B188-D65779197DC6}"/>
              </a:ext>
            </a:extLst>
          </p:cNvPr>
          <p:cNvSpPr/>
          <p:nvPr/>
        </p:nvSpPr>
        <p:spPr>
          <a:xfrm>
            <a:off x="6659170" y="4100945"/>
            <a:ext cx="656030" cy="6003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0B0C40A-C378-F94F-9413-B50EC9F76DF1}"/>
              </a:ext>
            </a:extLst>
          </p:cNvPr>
          <p:cNvSpPr/>
          <p:nvPr/>
        </p:nvSpPr>
        <p:spPr>
          <a:xfrm>
            <a:off x="6811570" y="4253345"/>
            <a:ext cx="656030" cy="6003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*.do</a:t>
            </a:r>
            <a:endParaRPr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6BC8BDF-C258-A699-5B0D-46A88F8B472C}"/>
              </a:ext>
            </a:extLst>
          </p:cNvPr>
          <p:cNvSpPr/>
          <p:nvPr/>
        </p:nvSpPr>
        <p:spPr>
          <a:xfrm>
            <a:off x="9143641" y="2921000"/>
            <a:ext cx="1775726" cy="2436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화살표: U자형 37">
            <a:extLst>
              <a:ext uri="{FF2B5EF4-FFF2-40B4-BE49-F238E27FC236}">
                <a16:creationId xmlns:a16="http://schemas.microsoft.com/office/drawing/2014/main" id="{C478766E-31E9-68B5-5FC0-8E3CB19CE185}"/>
              </a:ext>
            </a:extLst>
          </p:cNvPr>
          <p:cNvSpPr/>
          <p:nvPr/>
        </p:nvSpPr>
        <p:spPr>
          <a:xfrm rot="16200000">
            <a:off x="8272456" y="4134829"/>
            <a:ext cx="474981" cy="912388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7FEB0C-E94F-87F4-4E49-EF0CE934A908}"/>
              </a:ext>
            </a:extLst>
          </p:cNvPr>
          <p:cNvSpPr txBox="1"/>
          <p:nvPr/>
        </p:nvSpPr>
        <p:spPr>
          <a:xfrm>
            <a:off x="7909168" y="3946289"/>
            <a:ext cx="12998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Ajax &gt; Axios </a:t>
            </a:r>
          </a:p>
        </p:txBody>
      </p:sp>
      <p:pic>
        <p:nvPicPr>
          <p:cNvPr id="1036" name="Picture 12" descr="Spring Boot] 스프링부트에서 Mybatis 사용하기">
            <a:extLst>
              <a:ext uri="{FF2B5EF4-FFF2-40B4-BE49-F238E27FC236}">
                <a16:creationId xmlns:a16="http://schemas.microsoft.com/office/drawing/2014/main" id="{1E7ADCEF-E3A3-FE1F-EE26-8A6305EBB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455" y="5050113"/>
            <a:ext cx="1042647" cy="78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AutoShape 14" descr="Ajax 는 라이브러리 인가요?">
            <a:extLst>
              <a:ext uri="{FF2B5EF4-FFF2-40B4-BE49-F238E27FC236}">
                <a16:creationId xmlns:a16="http://schemas.microsoft.com/office/drawing/2014/main" id="{984EC194-0CF0-439F-1B4E-6896910D32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231" y="505987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42" name="Picture 18" descr="Ajax 는 라이브러리 인가요?">
            <a:extLst>
              <a:ext uri="{FF2B5EF4-FFF2-40B4-BE49-F238E27FC236}">
                <a16:creationId xmlns:a16="http://schemas.microsoft.com/office/drawing/2014/main" id="{0D45CFE8-FC24-92F0-0098-F4487C8C3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667" y="3408814"/>
            <a:ext cx="1119740" cy="53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8FEB9E6-693F-218B-C88C-CEBE10C6CF2F}"/>
              </a:ext>
            </a:extLst>
          </p:cNvPr>
          <p:cNvSpPr txBox="1"/>
          <p:nvPr/>
        </p:nvSpPr>
        <p:spPr>
          <a:xfrm>
            <a:off x="9610717" y="3103653"/>
            <a:ext cx="1402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View</a:t>
            </a:r>
          </a:p>
        </p:txBody>
      </p:sp>
      <p:pic>
        <p:nvPicPr>
          <p:cNvPr id="1044" name="Picture 20" descr="프로그래밍 일기 — React를 알아보자 1. 반응(React)형 웹의 선도 기술 | by 배우는 자(Learner Of Life) |  Medium">
            <a:extLst>
              <a:ext uri="{FF2B5EF4-FFF2-40B4-BE49-F238E27FC236}">
                <a16:creationId xmlns:a16="http://schemas.microsoft.com/office/drawing/2014/main" id="{58E5D808-FEB6-C3EC-98AD-A530771E0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426" y="3493358"/>
            <a:ext cx="1253806" cy="69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Vue3 공식 문서 이해하기">
            <a:extLst>
              <a:ext uri="{FF2B5EF4-FFF2-40B4-BE49-F238E27FC236}">
                <a16:creationId xmlns:a16="http://schemas.microsoft.com/office/drawing/2014/main" id="{226A4AE0-483A-D89E-E2CE-9FBE07704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489" y="4035526"/>
            <a:ext cx="1326743" cy="69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A7C9B2F6-6E9E-64BC-BE9A-495C10A70287}"/>
              </a:ext>
            </a:extLst>
          </p:cNvPr>
          <p:cNvSpPr/>
          <p:nvPr/>
        </p:nvSpPr>
        <p:spPr>
          <a:xfrm>
            <a:off x="7832516" y="986284"/>
            <a:ext cx="2961306" cy="14639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1C11CCE-970A-0360-81F7-6D95D37D4060}"/>
              </a:ext>
            </a:extLst>
          </p:cNvPr>
          <p:cNvSpPr/>
          <p:nvPr/>
        </p:nvSpPr>
        <p:spPr>
          <a:xfrm>
            <a:off x="7982945" y="1180821"/>
            <a:ext cx="1265965" cy="3195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ReadMe.md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A9D245F-695A-49E9-3261-DCA963A9E3ED}"/>
              </a:ext>
            </a:extLst>
          </p:cNvPr>
          <p:cNvSpPr/>
          <p:nvPr/>
        </p:nvSpPr>
        <p:spPr>
          <a:xfrm>
            <a:off x="9293936" y="1179959"/>
            <a:ext cx="1265965" cy="3195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화면설계서</a:t>
            </a:r>
            <a:endParaRPr lang="en-US" altLang="ko-KR" sz="15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4C3841E-417B-05FE-C3A7-D3F6E1F69A04}"/>
              </a:ext>
            </a:extLst>
          </p:cNvPr>
          <p:cNvSpPr/>
          <p:nvPr/>
        </p:nvSpPr>
        <p:spPr>
          <a:xfrm>
            <a:off x="7979751" y="1588418"/>
            <a:ext cx="1265965" cy="3195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Team Rule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AF5015C-FA11-CC76-B58C-6C54EE4721EC}"/>
              </a:ext>
            </a:extLst>
          </p:cNvPr>
          <p:cNvSpPr/>
          <p:nvPr/>
        </p:nvSpPr>
        <p:spPr>
          <a:xfrm>
            <a:off x="9313169" y="1584138"/>
            <a:ext cx="1265965" cy="3195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Api</a:t>
            </a:r>
            <a:r>
              <a:rPr lang="ko-KR" altLang="en-US" sz="1500" dirty="0">
                <a:solidFill>
                  <a:schemeClr val="tx1"/>
                </a:solidFill>
              </a:rPr>
              <a:t>정의서</a:t>
            </a:r>
            <a:endParaRPr lang="en-US" altLang="ko-KR" sz="15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2B467BC-3793-9DCA-15C0-9B55DA8E53CD}"/>
              </a:ext>
            </a:extLst>
          </p:cNvPr>
          <p:cNvSpPr/>
          <p:nvPr/>
        </p:nvSpPr>
        <p:spPr>
          <a:xfrm>
            <a:off x="7979750" y="2000226"/>
            <a:ext cx="1265965" cy="3195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프로세스설계서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19D0604-BA0E-E29F-82BA-07176868F92F}"/>
              </a:ext>
            </a:extLst>
          </p:cNvPr>
          <p:cNvSpPr/>
          <p:nvPr/>
        </p:nvSpPr>
        <p:spPr>
          <a:xfrm>
            <a:off x="9314854" y="1992933"/>
            <a:ext cx="1265965" cy="3195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발표자료</a:t>
            </a:r>
            <a:endParaRPr lang="en-US" altLang="ko-KR" sz="1500" dirty="0">
              <a:solidFill>
                <a:schemeClr val="tx1"/>
              </a:solidFill>
            </a:endParaRPr>
          </a:p>
        </p:txBody>
      </p:sp>
      <p:pic>
        <p:nvPicPr>
          <p:cNvPr id="1050" name="Picture 26" descr="SpringBoot에서 JSP 설정하기">
            <a:extLst>
              <a:ext uri="{FF2B5EF4-FFF2-40B4-BE49-F238E27FC236}">
                <a16:creationId xmlns:a16="http://schemas.microsoft.com/office/drawing/2014/main" id="{1553F3BC-7608-8EDD-BED1-1AF68819D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972" y="1992933"/>
            <a:ext cx="1585603" cy="82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Git 사용 가이드 (MAC) + Sourcetree 설치방법 - 2">
            <a:extLst>
              <a:ext uri="{FF2B5EF4-FFF2-40B4-BE49-F238E27FC236}">
                <a16:creationId xmlns:a16="http://schemas.microsoft.com/office/drawing/2014/main" id="{3C644BB1-EA89-4289-59FA-DF141EFA6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335" y="929153"/>
            <a:ext cx="1761874" cy="97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Servlet">
            <a:extLst>
              <a:ext uri="{FF2B5EF4-FFF2-40B4-BE49-F238E27FC236}">
                <a16:creationId xmlns:a16="http://schemas.microsoft.com/office/drawing/2014/main" id="{631EDB07-C510-06BD-66E3-974B8CA57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215" y="5383811"/>
            <a:ext cx="809304" cy="777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Node.js란?">
            <a:extLst>
              <a:ext uri="{FF2B5EF4-FFF2-40B4-BE49-F238E27FC236}">
                <a16:creationId xmlns:a16="http://schemas.microsoft.com/office/drawing/2014/main" id="{8B1DB3FB-5871-DF6C-C1E3-B26EBDD0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234" y="5534472"/>
            <a:ext cx="1023508" cy="62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스프링과 스프링부트(Spring Boot)ㅣ정의, 특징, 사용 이유, 생성 방법">
            <a:extLst>
              <a:ext uri="{FF2B5EF4-FFF2-40B4-BE49-F238E27FC236}">
                <a16:creationId xmlns:a16="http://schemas.microsoft.com/office/drawing/2014/main" id="{5B9B9373-5D6D-7B4F-9A71-7C6A7146C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192" y="5456874"/>
            <a:ext cx="1508468" cy="777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57B9C2A5-5326-397E-A196-58BE30AE126C}"/>
              </a:ext>
            </a:extLst>
          </p:cNvPr>
          <p:cNvGrpSpPr/>
          <p:nvPr/>
        </p:nvGrpSpPr>
        <p:grpSpPr>
          <a:xfrm>
            <a:off x="9428831" y="4710411"/>
            <a:ext cx="1451227" cy="338595"/>
            <a:chOff x="996406" y="694017"/>
            <a:chExt cx="2298186" cy="711733"/>
          </a:xfrm>
        </p:grpSpPr>
        <p:pic>
          <p:nvPicPr>
            <p:cNvPr id="7" name="Picture 2" descr="Visual Studio Code - Windows에서 다운로드 및 설치 | Microsoft Store">
              <a:extLst>
                <a:ext uri="{FF2B5EF4-FFF2-40B4-BE49-F238E27FC236}">
                  <a16:creationId xmlns:a16="http://schemas.microsoft.com/office/drawing/2014/main" id="{307C5C5C-3AF4-795E-38D5-3D1C10E06B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406" y="694017"/>
              <a:ext cx="711732" cy="711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F6AA66-3940-6A8B-7090-8B2EE90DA75D}"/>
                </a:ext>
              </a:extLst>
            </p:cNvPr>
            <p:cNvSpPr txBox="1"/>
            <p:nvPr/>
          </p:nvSpPr>
          <p:spPr>
            <a:xfrm>
              <a:off x="1691465" y="702080"/>
              <a:ext cx="1603127" cy="679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500" dirty="0" err="1"/>
                <a:t>VSCode</a:t>
              </a:r>
              <a:endParaRPr lang="ko-KR" altLang="en-US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8842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33</Words>
  <Application>Microsoft Office PowerPoint</Application>
  <PresentationFormat>와이드스크린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18</cp:revision>
  <dcterms:created xsi:type="dcterms:W3CDTF">2026-01-21T01:11:02Z</dcterms:created>
  <dcterms:modified xsi:type="dcterms:W3CDTF">2026-01-26T03:39:17Z</dcterms:modified>
</cp:coreProperties>
</file>