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4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E1DBF9-71FC-EBBC-3AF7-0D46FD7E55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F89AE2B-01DE-926B-39ED-04C8971701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7D5535A-5787-0E34-37C5-CA3D54A42A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D2C7E-62AE-4F2B-9991-DD75C2B3B5A1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B1F94B3-2951-45F5-71A9-372658632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BDB909-73E2-384F-267B-07E1BD7AF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D71BA-7B07-49B5-93E9-37A9D4595F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79742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11EB21-80E7-4C1F-8FE4-C41567D970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56CDBBE-24C8-E3AF-F8DE-B176B32C2A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793E98-D23D-5519-257A-94703F871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D2C7E-62AE-4F2B-9991-DD75C2B3B5A1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F1A634A-7974-C375-AF59-A30BA3053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D38004-51AD-8C27-7FAD-942DF5C13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D71BA-7B07-49B5-93E9-37A9D4595F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78731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DEAF2F-8705-C023-AC39-551FA210F6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AACE590-F916-8248-FC28-E9311CAC34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C03A740-D2A8-395C-C4B2-FC6DF3916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D2C7E-62AE-4F2B-9991-DD75C2B3B5A1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A970C8C-3C7B-1C70-77DF-0F34A5EFB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CCE19C9-3DB4-ED66-52ED-8644367A3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D71BA-7B07-49B5-93E9-37A9D4595F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27092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CD465B-5880-FFB3-E556-7604B8512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2F91F2D-514B-E046-8F24-9617613906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6C0B9BE-F939-284B-0B50-450E460AAA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20D5DA9-A735-E626-EAFD-2C8449D563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D2C7E-62AE-4F2B-9991-DD75C2B3B5A1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408E3F2-B8A5-6466-08E0-5BEB8BF15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ED7F533-E2A1-BDA8-30C8-ACC1C9A421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D71BA-7B07-49B5-93E9-37A9D4595F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23473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DB5C94-B4AB-449E-D5C2-420AD2816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3B44C09-303E-6267-BB00-FD7EC8716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6881DE5-B760-974D-240D-A1C67B1A19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DC16C8F-0763-0B82-708D-3D164910E7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1B705BC-AE28-740E-1291-D28D9D1CD6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412E912-9F65-EFFA-C31E-F669917708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D2C7E-62AE-4F2B-9991-DD75C2B3B5A1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242EE41-0125-4585-A065-89BA8A058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A2EE210-CEE7-B763-C7A6-0F60FD0A1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D71BA-7B07-49B5-93E9-37A9D4595F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17420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6AAC5B-0913-5E98-32DC-1338340F7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0420804-2CC5-F9A7-14A7-97957AC235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D2C7E-62AE-4F2B-9991-DD75C2B3B5A1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35C343D-0733-75C5-1767-E93EBBC16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E4B1E25-48DE-96A1-3E2E-35972E8F0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D71BA-7B07-49B5-93E9-37A9D4595F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85104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DD951F4-8597-7248-6D33-F53E3899D1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D2C7E-62AE-4F2B-9991-DD75C2B3B5A1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3BAC7D0-B9F4-695C-6090-BFDA74D044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97F144-E6E6-FE8F-E752-9DE241887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D71BA-7B07-49B5-93E9-37A9D4595F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33684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DFAD6A-F901-9A6C-3F3D-160578E004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E0BCE9E-13D3-8BC3-9465-38E93FEA80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41A0B74-F76A-7EA9-810D-5430CBE1A9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3CF09D2-8525-BBFB-28DE-DDB32C903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D2C7E-62AE-4F2B-9991-DD75C2B3B5A1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7CA7F23-B91E-F9C2-CAB7-AF2246B0A0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21DFDE6-C3E4-6B93-E91F-B33C56875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D71BA-7B07-49B5-93E9-37A9D4595F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01464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B4620C-84BD-BCE5-5364-967C288366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36E4CA1-BCB4-DECB-5E42-80670512FE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72EA7D-0D2E-A88E-8885-31BCBE507A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1F87380-7CE5-1B7D-4E95-FDE07D45AF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D2C7E-62AE-4F2B-9991-DD75C2B3B5A1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01EBEFB-7FE8-07F4-402E-35000BFEC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5F4A032-F25E-751C-4EBC-B190BD482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D71BA-7B07-49B5-93E9-37A9D4595F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55125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D277FB-47DE-7734-CFE4-3C70B0907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656F953-477E-5C4C-9CBC-8027349B81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02565ED-9DC7-A998-5AAE-3AAD13B6FD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D2C7E-62AE-4F2B-9991-DD75C2B3B5A1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3F24DCF-1777-BC6F-C618-F5A33B0B20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7E344EC-A7BB-D9E5-0E2A-604C7EDD3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D71BA-7B07-49B5-93E9-37A9D4595F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54535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D902FF2-FFA9-D872-1C07-01A85EB89D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871189B-550C-5197-2890-346DD41211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6E1F243-1386-E42D-CCAA-4EE562FE4A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D2C7E-62AE-4F2B-9991-DD75C2B3B5A1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C4ED8DE-047B-3B91-7791-21EF23753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D336676-94FE-049C-F6C4-933EC9D2F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D71BA-7B07-49B5-93E9-37A9D4595F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6281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DDAC74A-2982-7922-5F79-DE4A2C47A8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363718-EF55-C122-CD9F-9D454823C8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F1BF55-C8A3-5D4C-89DA-6102B48FC8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6D2C7E-62AE-4F2B-9991-DD75C2B3B5A1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3C7C3A-9753-FBCC-0E6E-02C51AD295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9E2F17C-C25B-5A82-6034-9D934A7A7A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1D71BA-7B07-49B5-93E9-37A9D4595F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98823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jpeg"/><Relationship Id="rId12" Type="http://schemas.openxmlformats.org/officeDocument/2006/relationships/image" Target="../media/image11.png"/><Relationship Id="rId17" Type="http://schemas.openxmlformats.org/officeDocument/2006/relationships/image" Target="../media/image16.jpeg"/><Relationship Id="rId2" Type="http://schemas.openxmlformats.org/officeDocument/2006/relationships/image" Target="../media/image1.jpe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jpe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A643C-A8C7-A80C-53F6-A4174AAF7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D3A55509-00AD-DEE6-50D9-D6BC0392B7F1}"/>
              </a:ext>
            </a:extLst>
          </p:cNvPr>
          <p:cNvSpPr/>
          <p:nvPr/>
        </p:nvSpPr>
        <p:spPr>
          <a:xfrm>
            <a:off x="3164628" y="722989"/>
            <a:ext cx="7943050" cy="5892036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9E88C9EC-B9AF-D91B-7932-448DC986DEE3}"/>
              </a:ext>
            </a:extLst>
          </p:cNvPr>
          <p:cNvGrpSpPr/>
          <p:nvPr/>
        </p:nvGrpSpPr>
        <p:grpSpPr>
          <a:xfrm>
            <a:off x="916074" y="1956213"/>
            <a:ext cx="1016000" cy="1228458"/>
            <a:chOff x="688038" y="648855"/>
            <a:chExt cx="1016000" cy="1228458"/>
          </a:xfrm>
        </p:grpSpPr>
        <p:pic>
          <p:nvPicPr>
            <p:cNvPr id="1026" name="Picture 2" descr="Visual Studio Code - Windows에서 다운로드 및 설치 | Microsoft Store">
              <a:extLst>
                <a:ext uri="{FF2B5EF4-FFF2-40B4-BE49-F238E27FC236}">
                  <a16:creationId xmlns:a16="http://schemas.microsoft.com/office/drawing/2014/main" id="{AB64BBC1-E3C6-FDCF-B581-471308040B4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6475" y="648855"/>
              <a:ext cx="859126" cy="8591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044BD824-E970-0991-75BC-A31314FCCF6D}"/>
                </a:ext>
              </a:extLst>
            </p:cNvPr>
            <p:cNvSpPr txBox="1"/>
            <p:nvPr/>
          </p:nvSpPr>
          <p:spPr>
            <a:xfrm>
              <a:off x="688038" y="1507981"/>
              <a:ext cx="1016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 err="1"/>
                <a:t>VSCode</a:t>
              </a:r>
              <a:endParaRPr lang="ko-KR" altLang="en-US" dirty="0"/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5737C397-47FF-F574-639F-415FAC3703B0}"/>
              </a:ext>
            </a:extLst>
          </p:cNvPr>
          <p:cNvGrpSpPr/>
          <p:nvPr/>
        </p:nvGrpSpPr>
        <p:grpSpPr>
          <a:xfrm>
            <a:off x="791273" y="4043797"/>
            <a:ext cx="1284071" cy="1226257"/>
            <a:chOff x="3592729" y="651056"/>
            <a:chExt cx="1284071" cy="1226257"/>
          </a:xfrm>
        </p:grpSpPr>
        <p:sp>
          <p:nvSpPr>
            <p:cNvPr id="4" name="순서도: 자기 디스크 3">
              <a:extLst>
                <a:ext uri="{FF2B5EF4-FFF2-40B4-BE49-F238E27FC236}">
                  <a16:creationId xmlns:a16="http://schemas.microsoft.com/office/drawing/2014/main" id="{B937426F-E3C7-1D21-CD9B-1241C640ACAA}"/>
                </a:ext>
              </a:extLst>
            </p:cNvPr>
            <p:cNvSpPr/>
            <p:nvPr/>
          </p:nvSpPr>
          <p:spPr>
            <a:xfrm>
              <a:off x="3592729" y="651056"/>
              <a:ext cx="1284071" cy="1226257"/>
            </a:xfrm>
            <a:prstGeom prst="flowChartMagneticDisk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28" name="Picture 4" descr="Part 1. Postgresql, 내가 널 왜 써야 하니?">
              <a:extLst>
                <a:ext uri="{FF2B5EF4-FFF2-40B4-BE49-F238E27FC236}">
                  <a16:creationId xmlns:a16="http://schemas.microsoft.com/office/drawing/2014/main" id="{339D917F-DC31-3A30-4558-7641913C737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85778" y="1087750"/>
              <a:ext cx="686222" cy="68928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32" name="Picture 8" descr="Google Drive의 미래는? 현재 개발진행중인 기능 소개 | SharedIT - IT 지식 공유 네트워크">
            <a:extLst>
              <a:ext uri="{FF2B5EF4-FFF2-40B4-BE49-F238E27FC236}">
                <a16:creationId xmlns:a16="http://schemas.microsoft.com/office/drawing/2014/main" id="{5DB3BC5A-E1D4-4673-6049-08739992F2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691" y="5548181"/>
            <a:ext cx="1299383" cy="1226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F43BF54A-A735-D6F3-D3C3-354F29ADAD3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625" y="722989"/>
            <a:ext cx="1981372" cy="518205"/>
          </a:xfrm>
          <a:prstGeom prst="rect">
            <a:avLst/>
          </a:prstGeom>
        </p:spPr>
      </p:pic>
      <p:sp>
        <p:nvSpPr>
          <p:cNvPr id="9" name="화살표: 아래쪽 8">
            <a:extLst>
              <a:ext uri="{FF2B5EF4-FFF2-40B4-BE49-F238E27FC236}">
                <a16:creationId xmlns:a16="http://schemas.microsoft.com/office/drawing/2014/main" id="{EEA77C1A-E47A-E877-2C54-7A7803B9AC67}"/>
              </a:ext>
            </a:extLst>
          </p:cNvPr>
          <p:cNvSpPr/>
          <p:nvPr/>
        </p:nvSpPr>
        <p:spPr>
          <a:xfrm>
            <a:off x="1271674" y="1173483"/>
            <a:ext cx="323271" cy="737587"/>
          </a:xfrm>
          <a:prstGeom prst="down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A0FD60-8190-7B8F-C16B-527DAC3A50D7}"/>
              </a:ext>
            </a:extLst>
          </p:cNvPr>
          <p:cNvSpPr txBox="1"/>
          <p:nvPr/>
        </p:nvSpPr>
        <p:spPr>
          <a:xfrm>
            <a:off x="1612866" y="1303009"/>
            <a:ext cx="119149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dirty="0"/>
              <a:t>Open API</a:t>
            </a:r>
          </a:p>
        </p:txBody>
      </p:sp>
      <p:sp>
        <p:nvSpPr>
          <p:cNvPr id="12" name="화살표: 아래쪽 11">
            <a:extLst>
              <a:ext uri="{FF2B5EF4-FFF2-40B4-BE49-F238E27FC236}">
                <a16:creationId xmlns:a16="http://schemas.microsoft.com/office/drawing/2014/main" id="{ECDDCB5D-51C2-E144-8CF9-A8497A0D137B}"/>
              </a:ext>
            </a:extLst>
          </p:cNvPr>
          <p:cNvSpPr/>
          <p:nvPr/>
        </p:nvSpPr>
        <p:spPr>
          <a:xfrm>
            <a:off x="1262437" y="3235199"/>
            <a:ext cx="323273" cy="737587"/>
          </a:xfrm>
          <a:prstGeom prst="down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75C79A8-E9F3-317C-5AEC-C6ED2CD0517A}"/>
              </a:ext>
            </a:extLst>
          </p:cNvPr>
          <p:cNvSpPr txBox="1"/>
          <p:nvPr/>
        </p:nvSpPr>
        <p:spPr>
          <a:xfrm>
            <a:off x="1612866" y="3326993"/>
            <a:ext cx="140280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dirty="0"/>
              <a:t>Python </a:t>
            </a:r>
            <a:br>
              <a:rPr lang="en-US" altLang="ko-KR" sz="1500" dirty="0"/>
            </a:br>
            <a:r>
              <a:rPr lang="ko-KR" altLang="en-US" sz="1500" dirty="0"/>
              <a:t>데이터 </a:t>
            </a:r>
            <a:r>
              <a:rPr lang="ko-KR" altLang="en-US" sz="1500" dirty="0" err="1"/>
              <a:t>전처리</a:t>
            </a:r>
            <a:endParaRPr lang="en-US" altLang="ko-KR" sz="1500" dirty="0"/>
          </a:p>
        </p:txBody>
      </p:sp>
      <p:pic>
        <p:nvPicPr>
          <p:cNvPr id="1030" name="Picture 6" descr="What is GitHub? - Pythia Foundations">
            <a:extLst>
              <a:ext uri="{FF2B5EF4-FFF2-40B4-BE49-F238E27FC236}">
                <a16:creationId xmlns:a16="http://schemas.microsoft.com/office/drawing/2014/main" id="{C0C0CBC7-6B7B-252A-18F4-4859B55FEF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6252" y="242976"/>
            <a:ext cx="2189745" cy="1226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99B2C08-9C8B-21F3-580F-8E0576BA4FCE}"/>
              </a:ext>
            </a:extLst>
          </p:cNvPr>
          <p:cNvSpPr txBox="1"/>
          <p:nvPr/>
        </p:nvSpPr>
        <p:spPr>
          <a:xfrm>
            <a:off x="1234933" y="5831092"/>
            <a:ext cx="192218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dirty="0"/>
              <a:t>공유문서</a:t>
            </a:r>
            <a:endParaRPr lang="en-US" altLang="ko-KR" sz="1500" dirty="0"/>
          </a:p>
          <a:p>
            <a:r>
              <a:rPr lang="en-US" altLang="ko-KR" sz="1500" dirty="0"/>
              <a:t>WBS, </a:t>
            </a:r>
            <a:r>
              <a:rPr lang="ko-KR" altLang="en-US" sz="1500" dirty="0"/>
              <a:t>기능설계서 등</a:t>
            </a:r>
            <a:endParaRPr lang="en-US" altLang="ko-KR" sz="1500" dirty="0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AF1B2B03-DB4E-37CA-C6D7-7A4888AEF3B2}"/>
              </a:ext>
            </a:extLst>
          </p:cNvPr>
          <p:cNvSpPr/>
          <p:nvPr/>
        </p:nvSpPr>
        <p:spPr>
          <a:xfrm>
            <a:off x="3356059" y="2542522"/>
            <a:ext cx="7601008" cy="384256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34" name="Picture 10" descr="Eclipse] 이클립스(Eclipse) 다운로드 및 설치">
            <a:extLst>
              <a:ext uri="{FF2B5EF4-FFF2-40B4-BE49-F238E27FC236}">
                <a16:creationId xmlns:a16="http://schemas.microsoft.com/office/drawing/2014/main" id="{83BD7361-F7D5-1B8F-8035-B7562F2528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6860" y="1956213"/>
            <a:ext cx="1031397" cy="1036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화살표: 아래쪽 17">
            <a:extLst>
              <a:ext uri="{FF2B5EF4-FFF2-40B4-BE49-F238E27FC236}">
                <a16:creationId xmlns:a16="http://schemas.microsoft.com/office/drawing/2014/main" id="{4E05F552-D554-4C35-2BC0-28D5F5360D12}"/>
              </a:ext>
            </a:extLst>
          </p:cNvPr>
          <p:cNvSpPr/>
          <p:nvPr/>
        </p:nvSpPr>
        <p:spPr>
          <a:xfrm rot="16200000">
            <a:off x="2797627" y="3882081"/>
            <a:ext cx="323273" cy="1402806"/>
          </a:xfrm>
          <a:prstGeom prst="downArrow">
            <a:avLst>
              <a:gd name="adj1" fmla="val 50000"/>
              <a:gd name="adj2" fmla="val 47143"/>
            </a:avLst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화살표: 아래쪽 18">
            <a:extLst>
              <a:ext uri="{FF2B5EF4-FFF2-40B4-BE49-F238E27FC236}">
                <a16:creationId xmlns:a16="http://schemas.microsoft.com/office/drawing/2014/main" id="{D22C51AA-6D60-9A27-A95F-E5CC2E96C545}"/>
              </a:ext>
            </a:extLst>
          </p:cNvPr>
          <p:cNvSpPr/>
          <p:nvPr/>
        </p:nvSpPr>
        <p:spPr>
          <a:xfrm rot="5400000">
            <a:off x="2792269" y="4223636"/>
            <a:ext cx="323273" cy="1402804"/>
          </a:xfrm>
          <a:prstGeom prst="downArrow">
            <a:avLst>
              <a:gd name="adj1" fmla="val 50000"/>
              <a:gd name="adj2" fmla="val 47143"/>
            </a:avLst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BD8D35A0-6904-B021-3362-B53B59F8D65D}"/>
              </a:ext>
            </a:extLst>
          </p:cNvPr>
          <p:cNvSpPr/>
          <p:nvPr/>
        </p:nvSpPr>
        <p:spPr>
          <a:xfrm>
            <a:off x="3756381" y="2927927"/>
            <a:ext cx="1775726" cy="243675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6FD5D8B-A66B-EC9E-27DD-57C4991CA463}"/>
              </a:ext>
            </a:extLst>
          </p:cNvPr>
          <p:cNvSpPr txBox="1"/>
          <p:nvPr/>
        </p:nvSpPr>
        <p:spPr>
          <a:xfrm>
            <a:off x="4278257" y="3203707"/>
            <a:ext cx="140280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dirty="0"/>
              <a:t>Model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6EF9FD35-B0B7-9BD5-115A-BECBD171C5CC}"/>
              </a:ext>
            </a:extLst>
          </p:cNvPr>
          <p:cNvSpPr/>
          <p:nvPr/>
        </p:nvSpPr>
        <p:spPr>
          <a:xfrm>
            <a:off x="3922100" y="4480491"/>
            <a:ext cx="1439135" cy="44249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dirty="0">
                <a:solidFill>
                  <a:schemeClr val="tx1"/>
                </a:solidFill>
              </a:rPr>
              <a:t>DAO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6157AE28-298D-3EFA-3020-665502EF32B9}"/>
              </a:ext>
            </a:extLst>
          </p:cNvPr>
          <p:cNvSpPr/>
          <p:nvPr/>
        </p:nvSpPr>
        <p:spPr>
          <a:xfrm>
            <a:off x="3922100" y="3728767"/>
            <a:ext cx="1439135" cy="44249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dirty="0">
                <a:solidFill>
                  <a:schemeClr val="tx1"/>
                </a:solidFill>
              </a:rPr>
              <a:t>Service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F7DE80A2-94D0-EACC-7215-50DBE613907D}"/>
              </a:ext>
            </a:extLst>
          </p:cNvPr>
          <p:cNvSpPr/>
          <p:nvPr/>
        </p:nvSpPr>
        <p:spPr>
          <a:xfrm>
            <a:off x="5994677" y="2921000"/>
            <a:ext cx="1775726" cy="243675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151C4E5-8951-A4AB-A0C8-FB7B200C11AC}"/>
              </a:ext>
            </a:extLst>
          </p:cNvPr>
          <p:cNvSpPr txBox="1"/>
          <p:nvPr/>
        </p:nvSpPr>
        <p:spPr>
          <a:xfrm>
            <a:off x="6354370" y="3165410"/>
            <a:ext cx="140280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dirty="0"/>
              <a:t>Controller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B92789BE-472F-5768-4341-4DFD9AD611F8}"/>
              </a:ext>
            </a:extLst>
          </p:cNvPr>
          <p:cNvSpPr/>
          <p:nvPr/>
        </p:nvSpPr>
        <p:spPr>
          <a:xfrm>
            <a:off x="6354370" y="3796145"/>
            <a:ext cx="656030" cy="6003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76414C83-F7A7-3475-25E7-5FDD28A3BF46}"/>
              </a:ext>
            </a:extLst>
          </p:cNvPr>
          <p:cNvSpPr/>
          <p:nvPr/>
        </p:nvSpPr>
        <p:spPr>
          <a:xfrm>
            <a:off x="6506770" y="3948545"/>
            <a:ext cx="656030" cy="6003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C07CD07D-5DA0-F3FB-B188-D65779197DC6}"/>
              </a:ext>
            </a:extLst>
          </p:cNvPr>
          <p:cNvSpPr/>
          <p:nvPr/>
        </p:nvSpPr>
        <p:spPr>
          <a:xfrm>
            <a:off x="6659170" y="4100945"/>
            <a:ext cx="656030" cy="6003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10B0C40A-C378-F94F-9413-B50EC9F76DF1}"/>
              </a:ext>
            </a:extLst>
          </p:cNvPr>
          <p:cNvSpPr/>
          <p:nvPr/>
        </p:nvSpPr>
        <p:spPr>
          <a:xfrm>
            <a:off x="6811570" y="4253345"/>
            <a:ext cx="656030" cy="6003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dirty="0">
                <a:solidFill>
                  <a:schemeClr val="tx1"/>
                </a:solidFill>
              </a:rPr>
              <a:t>*.do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06BC8BDF-C258-A699-5B0D-46A88F8B472C}"/>
              </a:ext>
            </a:extLst>
          </p:cNvPr>
          <p:cNvSpPr/>
          <p:nvPr/>
        </p:nvSpPr>
        <p:spPr>
          <a:xfrm>
            <a:off x="8956829" y="2921000"/>
            <a:ext cx="1775726" cy="243675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화살표: U자형 37">
            <a:extLst>
              <a:ext uri="{FF2B5EF4-FFF2-40B4-BE49-F238E27FC236}">
                <a16:creationId xmlns:a16="http://schemas.microsoft.com/office/drawing/2014/main" id="{C478766E-31E9-68B5-5FC0-8E3CB19CE185}"/>
              </a:ext>
            </a:extLst>
          </p:cNvPr>
          <p:cNvSpPr/>
          <p:nvPr/>
        </p:nvSpPr>
        <p:spPr>
          <a:xfrm rot="16200000">
            <a:off x="8134804" y="4134829"/>
            <a:ext cx="474981" cy="912388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75000"/>
            </a:avLst>
          </a:prstGeom>
          <a:solidFill>
            <a:srgbClr val="FFFF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77FEB0C-E94F-87F4-4E49-EF0CE934A908}"/>
              </a:ext>
            </a:extLst>
          </p:cNvPr>
          <p:cNvSpPr txBox="1"/>
          <p:nvPr/>
        </p:nvSpPr>
        <p:spPr>
          <a:xfrm>
            <a:off x="7722356" y="3946289"/>
            <a:ext cx="129987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dirty="0"/>
              <a:t>Ajax &gt; Axios </a:t>
            </a:r>
          </a:p>
        </p:txBody>
      </p:sp>
      <p:pic>
        <p:nvPicPr>
          <p:cNvPr id="1036" name="Picture 12" descr="Spring Boot] 스프링부트에서 Mybatis 사용하기">
            <a:extLst>
              <a:ext uri="{FF2B5EF4-FFF2-40B4-BE49-F238E27FC236}">
                <a16:creationId xmlns:a16="http://schemas.microsoft.com/office/drawing/2014/main" id="{1E7ADCEF-E3A3-FE1F-EE26-8A6305EBB4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5455" y="5050113"/>
            <a:ext cx="1042647" cy="780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AutoShape 14" descr="Ajax 는 라이브러리 인가요?">
            <a:extLst>
              <a:ext uri="{FF2B5EF4-FFF2-40B4-BE49-F238E27FC236}">
                <a16:creationId xmlns:a16="http://schemas.microsoft.com/office/drawing/2014/main" id="{984EC194-0CF0-439F-1B4E-6896910D32A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4231" y="5059877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042" name="Picture 18" descr="Ajax 는 라이브러리 인가요?">
            <a:extLst>
              <a:ext uri="{FF2B5EF4-FFF2-40B4-BE49-F238E27FC236}">
                <a16:creationId xmlns:a16="http://schemas.microsoft.com/office/drawing/2014/main" id="{0D45CFE8-FC24-92F0-0098-F4487C8C34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9855" y="3408814"/>
            <a:ext cx="1119740" cy="537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88FEB9E6-693F-218B-C88C-CEBE10C6CF2F}"/>
              </a:ext>
            </a:extLst>
          </p:cNvPr>
          <p:cNvSpPr txBox="1"/>
          <p:nvPr/>
        </p:nvSpPr>
        <p:spPr>
          <a:xfrm>
            <a:off x="9397317" y="3206454"/>
            <a:ext cx="140280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dirty="0"/>
              <a:t>View</a:t>
            </a:r>
          </a:p>
        </p:txBody>
      </p:sp>
      <p:pic>
        <p:nvPicPr>
          <p:cNvPr id="1044" name="Picture 20" descr="프로그래밍 일기 — React를 알아보자 1. 반응(React)형 웹의 선도 기술 | by 배우는 자(Learner Of Life) |  Medium">
            <a:extLst>
              <a:ext uri="{FF2B5EF4-FFF2-40B4-BE49-F238E27FC236}">
                <a16:creationId xmlns:a16="http://schemas.microsoft.com/office/drawing/2014/main" id="{58E5D808-FEB6-C3EC-98AD-A530771E0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88614" y="3493358"/>
            <a:ext cx="1253806" cy="6933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6" name="Picture 22" descr="Vue3 공식 문서 이해하기">
            <a:extLst>
              <a:ext uri="{FF2B5EF4-FFF2-40B4-BE49-F238E27FC236}">
                <a16:creationId xmlns:a16="http://schemas.microsoft.com/office/drawing/2014/main" id="{226A4AE0-483A-D89E-E2CE-9FBE077042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15677" y="4035526"/>
            <a:ext cx="1326743" cy="6933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8" name="Picture 24" descr="Django - 나무위키">
            <a:extLst>
              <a:ext uri="{FF2B5EF4-FFF2-40B4-BE49-F238E27FC236}">
                <a16:creationId xmlns:a16="http://schemas.microsoft.com/office/drawing/2014/main" id="{00E9A4F7-EA96-A680-F512-1EDD4FFC54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40086" y="4705765"/>
            <a:ext cx="1062893" cy="367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A7C9B2F6-6E9E-64BC-BE9A-495C10A70287}"/>
              </a:ext>
            </a:extLst>
          </p:cNvPr>
          <p:cNvSpPr/>
          <p:nvPr/>
        </p:nvSpPr>
        <p:spPr>
          <a:xfrm>
            <a:off x="7832516" y="986284"/>
            <a:ext cx="2961306" cy="146396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01C11CCE-970A-0360-81F7-6D95D37D4060}"/>
              </a:ext>
            </a:extLst>
          </p:cNvPr>
          <p:cNvSpPr/>
          <p:nvPr/>
        </p:nvSpPr>
        <p:spPr>
          <a:xfrm>
            <a:off x="7982945" y="1180821"/>
            <a:ext cx="1265965" cy="31953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dirty="0">
                <a:solidFill>
                  <a:schemeClr val="tx1"/>
                </a:solidFill>
              </a:rPr>
              <a:t>ReadMe.md</a:t>
            </a: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2A9D245F-695A-49E9-3261-DCA963A9E3ED}"/>
              </a:ext>
            </a:extLst>
          </p:cNvPr>
          <p:cNvSpPr/>
          <p:nvPr/>
        </p:nvSpPr>
        <p:spPr>
          <a:xfrm>
            <a:off x="9293936" y="1179959"/>
            <a:ext cx="1265965" cy="31953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>
                <a:solidFill>
                  <a:schemeClr val="tx1"/>
                </a:solidFill>
              </a:rPr>
              <a:t>화면설계서</a:t>
            </a:r>
            <a:endParaRPr lang="en-US" altLang="ko-KR" sz="1500" dirty="0">
              <a:solidFill>
                <a:schemeClr val="tx1"/>
              </a:solidFill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B4C3841E-417B-05FE-C3A7-D3F6E1F69A04}"/>
              </a:ext>
            </a:extLst>
          </p:cNvPr>
          <p:cNvSpPr/>
          <p:nvPr/>
        </p:nvSpPr>
        <p:spPr>
          <a:xfrm>
            <a:off x="7979751" y="1588418"/>
            <a:ext cx="1265965" cy="31953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dirty="0">
                <a:solidFill>
                  <a:schemeClr val="tx1"/>
                </a:solidFill>
              </a:rPr>
              <a:t>Team Rule</a:t>
            </a: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AAF5015C-FA11-CC76-B58C-6C54EE4721EC}"/>
              </a:ext>
            </a:extLst>
          </p:cNvPr>
          <p:cNvSpPr/>
          <p:nvPr/>
        </p:nvSpPr>
        <p:spPr>
          <a:xfrm>
            <a:off x="9313169" y="1584138"/>
            <a:ext cx="1265965" cy="31953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dirty="0">
                <a:solidFill>
                  <a:schemeClr val="tx1"/>
                </a:solidFill>
              </a:rPr>
              <a:t>Api</a:t>
            </a:r>
            <a:r>
              <a:rPr lang="ko-KR" altLang="en-US" sz="1500" dirty="0">
                <a:solidFill>
                  <a:schemeClr val="tx1"/>
                </a:solidFill>
              </a:rPr>
              <a:t>정의서</a:t>
            </a:r>
            <a:endParaRPr lang="en-US" altLang="ko-KR" sz="1500" dirty="0">
              <a:solidFill>
                <a:schemeClr val="tx1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42B467BC-3793-9DCA-15C0-9B55DA8E53CD}"/>
              </a:ext>
            </a:extLst>
          </p:cNvPr>
          <p:cNvSpPr/>
          <p:nvPr/>
        </p:nvSpPr>
        <p:spPr>
          <a:xfrm>
            <a:off x="7979750" y="2000226"/>
            <a:ext cx="1265965" cy="31953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프로세스설계서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119D0604-BA0E-E29F-82BA-07176868F92F}"/>
              </a:ext>
            </a:extLst>
          </p:cNvPr>
          <p:cNvSpPr/>
          <p:nvPr/>
        </p:nvSpPr>
        <p:spPr>
          <a:xfrm>
            <a:off x="9314854" y="1992933"/>
            <a:ext cx="1265965" cy="31953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>
                <a:solidFill>
                  <a:schemeClr val="tx1"/>
                </a:solidFill>
              </a:rPr>
              <a:t>발표자료</a:t>
            </a:r>
            <a:endParaRPr lang="en-US" altLang="ko-KR" sz="1500" dirty="0">
              <a:solidFill>
                <a:schemeClr val="tx1"/>
              </a:solidFill>
            </a:endParaRPr>
          </a:p>
        </p:txBody>
      </p:sp>
      <p:pic>
        <p:nvPicPr>
          <p:cNvPr id="1050" name="Picture 26" descr="SpringBoot에서 JSP 설정하기">
            <a:extLst>
              <a:ext uri="{FF2B5EF4-FFF2-40B4-BE49-F238E27FC236}">
                <a16:creationId xmlns:a16="http://schemas.microsoft.com/office/drawing/2014/main" id="{1553F3BC-7608-8EDD-BED1-1AF68819D9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0906" y="5517273"/>
            <a:ext cx="1399028" cy="7256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2" name="Picture 28" descr="Git 사용 가이드 (MAC) + Sourcetree 설치방법 - 2">
            <a:extLst>
              <a:ext uri="{FF2B5EF4-FFF2-40B4-BE49-F238E27FC236}">
                <a16:creationId xmlns:a16="http://schemas.microsoft.com/office/drawing/2014/main" id="{3C644BB1-EA89-4289-59FA-DF141EFA69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6335" y="929153"/>
            <a:ext cx="1761874" cy="9788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4" name="Picture 30" descr="Servlet">
            <a:extLst>
              <a:ext uri="{FF2B5EF4-FFF2-40B4-BE49-F238E27FC236}">
                <a16:creationId xmlns:a16="http://schemas.microsoft.com/office/drawing/2014/main" id="{631EDB07-C510-06BD-66E3-974B8CA57D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2539" y="5473442"/>
            <a:ext cx="809304" cy="7774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6" name="Picture 32" descr="Node.js란?">
            <a:extLst>
              <a:ext uri="{FF2B5EF4-FFF2-40B4-BE49-F238E27FC236}">
                <a16:creationId xmlns:a16="http://schemas.microsoft.com/office/drawing/2014/main" id="{8B1DB3FB-5871-DF6C-C1E3-B26EBDD056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75172" y="5507354"/>
            <a:ext cx="1212550" cy="7435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8" name="Picture 34" descr="스프링과 스프링부트(Spring Boot)ㅣ정의, 특징, 사용 이유, 생성 방법">
            <a:extLst>
              <a:ext uri="{FF2B5EF4-FFF2-40B4-BE49-F238E27FC236}">
                <a16:creationId xmlns:a16="http://schemas.microsoft.com/office/drawing/2014/main" id="{5B9B9373-5D6D-7B4F-9A71-7C6A7146CC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9934" y="5522537"/>
            <a:ext cx="1425583" cy="671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884275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32</Words>
  <Application>Microsoft Office PowerPoint</Application>
  <PresentationFormat>와이드스크린</PresentationFormat>
  <Paragraphs>18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11</cp:revision>
  <dcterms:created xsi:type="dcterms:W3CDTF">2026-01-21T01:11:02Z</dcterms:created>
  <dcterms:modified xsi:type="dcterms:W3CDTF">2026-01-21T01:34:39Z</dcterms:modified>
</cp:coreProperties>
</file>